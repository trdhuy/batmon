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0" r:id="rId1"/>
  </p:sldMasterIdLst>
  <p:notesMasterIdLst>
    <p:notesMasterId r:id="rId5"/>
  </p:notesMasterIdLst>
  <p:sldIdLst>
    <p:sldId id="256" r:id="rId2"/>
    <p:sldId id="257" r:id="rId3"/>
    <p:sldId id="258" r:id="rId4"/>
  </p:sldIdLst>
  <p:sldSz cx="35661600" cy="16459200"/>
  <p:notesSz cx="6858000" cy="9144000"/>
  <p:embeddedFontLst>
    <p:embeddedFont>
      <p:font typeface="Samsung Sharp Sans" panose="02000503000000020004" pitchFamily="50" charset="0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84" userDrawn="1">
          <p15:clr>
            <a:srgbClr val="A4A3A4"/>
          </p15:clr>
        </p15:guide>
        <p15:guide id="2" pos="11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AF"/>
    <a:srgbClr val="0F0F0F"/>
    <a:srgbClr val="262626"/>
    <a:srgbClr val="3B3B3B"/>
    <a:srgbClr val="F2F2F2"/>
    <a:srgbClr val="A0B9FF"/>
    <a:srgbClr val="9FF2F0"/>
    <a:srgbClr val="F9D3A3"/>
    <a:srgbClr val="F39327"/>
    <a:srgbClr val="2C6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>
      <p:cViewPr>
        <p:scale>
          <a:sx n="125" d="100"/>
          <a:sy n="125" d="100"/>
        </p:scale>
        <p:origin x="138" y="-4224"/>
      </p:cViewPr>
      <p:guideLst>
        <p:guide orient="horz" pos="5184"/>
        <p:guide pos="11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8F31E-ED57-46A6-93D2-21AD535DCF0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8015A-C403-4013-8420-374044842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8015A-C403-4013-8420-3740448423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4B49-8A47-71A4-FC25-6114F9F8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AFB8B-A45D-F26E-A979-E159B99E0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2D95A-8A15-AA1C-5254-E6A6009CB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96207-63E5-49FC-AA3D-678DF1C5E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8015A-C403-4013-8420-374044842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3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0" y="2693671"/>
            <a:ext cx="2674620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7700" y="8644891"/>
            <a:ext cx="26746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161" y="4103372"/>
            <a:ext cx="3075813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3161" y="11014712"/>
            <a:ext cx="3075813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173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5368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876301"/>
            <a:ext cx="3075813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381" y="4034791"/>
            <a:ext cx="15086527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6381" y="6012180"/>
            <a:ext cx="15086527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53685" y="4034791"/>
            <a:ext cx="15160825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53685" y="6012180"/>
            <a:ext cx="15160825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3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3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0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60825" y="2369821"/>
            <a:ext cx="18053685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60825" y="2369821"/>
            <a:ext cx="18053685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3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20332" y="876300"/>
            <a:ext cx="7689533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1735" y="876300"/>
            <a:ext cx="22622828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7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1735" y="876301"/>
            <a:ext cx="3075813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1735" y="4381500"/>
            <a:ext cx="3075813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173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A509-4C1A-46FE-82B6-6A64FCED77B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12905" y="15255241"/>
            <a:ext cx="1203579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8600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1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oleObject" Target="../embeddings/oleObject2.bin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3.svg"/><Relationship Id="rId15" Type="http://schemas.openxmlformats.org/officeDocument/2006/relationships/oleObject" Target="../embeddings/oleObject3.bin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[Phone]Container">
            <a:extLst>
              <a:ext uri="{FF2B5EF4-FFF2-40B4-BE49-F238E27FC236}">
                <a16:creationId xmlns:a16="http://schemas.microsoft.com/office/drawing/2014/main" id="{76F6BCB7-0A4F-73EA-D6A9-347170511244}"/>
              </a:ext>
            </a:extLst>
          </p:cNvPr>
          <p:cNvSpPr>
            <a:spLocks/>
          </p:cNvSpPr>
          <p:nvPr/>
        </p:nvSpPr>
        <p:spPr>
          <a:xfrm>
            <a:off x="1371600" y="3657600"/>
            <a:ext cx="5486400" cy="118872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9CD7E89-E3CA-A1AE-37F9-1763B3C82BCB}"/>
              </a:ext>
            </a:extLst>
          </p:cNvPr>
          <p:cNvSpPr txBox="1"/>
          <p:nvPr/>
        </p:nvSpPr>
        <p:spPr>
          <a:xfrm>
            <a:off x="381000" y="-13700"/>
            <a:ext cx="359265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/>
              <a:t>UTILS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6B602-F2C0-6B3A-C3E8-A8D6E7D98C47}"/>
              </a:ext>
            </a:extLst>
          </p:cNvPr>
          <p:cNvSpPr txBox="1"/>
          <p:nvPr/>
        </p:nvSpPr>
        <p:spPr>
          <a:xfrm>
            <a:off x="1676400" y="4572000"/>
            <a:ext cx="4073103" cy="70788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MEASURE 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17E0A-6531-6A14-88E7-2C36F1EDAFDE}"/>
              </a:ext>
            </a:extLst>
          </p:cNvPr>
          <p:cNvSpPr txBox="1"/>
          <p:nvPr/>
        </p:nvSpPr>
        <p:spPr>
          <a:xfrm>
            <a:off x="1828800" y="5486400"/>
            <a:ext cx="1472904" cy="707886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400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Line1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D07B3-89A4-B5B1-EDE4-429D61BC2E5E}"/>
              </a:ext>
            </a:extLst>
          </p:cNvPr>
          <p:cNvSpPr txBox="1"/>
          <p:nvPr/>
        </p:nvSpPr>
        <p:spPr>
          <a:xfrm>
            <a:off x="1828800" y="6961257"/>
            <a:ext cx="2321405" cy="1015663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600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Line2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58EA99-B8E6-E2DD-1CFC-33C8ADC7D940}"/>
              </a:ext>
            </a:extLst>
          </p:cNvPr>
          <p:cNvSpPr txBox="1"/>
          <p:nvPr/>
        </p:nvSpPr>
        <p:spPr>
          <a:xfrm>
            <a:off x="1828800" y="8436114"/>
            <a:ext cx="1447832" cy="707886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4000" b="1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Line3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AAAE0-8D36-9936-9C70-1183BD05DB89}"/>
              </a:ext>
            </a:extLst>
          </p:cNvPr>
          <p:cNvSpPr txBox="1"/>
          <p:nvPr/>
        </p:nvSpPr>
        <p:spPr>
          <a:xfrm>
            <a:off x="1828800" y="9786172"/>
            <a:ext cx="2371162" cy="1107996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6600" b="1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Line4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C0ECD8-6CB9-BE84-1488-DB6707443867}"/>
              </a:ext>
            </a:extLst>
          </p:cNvPr>
          <p:cNvSpPr/>
          <p:nvPr/>
        </p:nvSpPr>
        <p:spPr>
          <a:xfrm>
            <a:off x="2286000" y="11887200"/>
            <a:ext cx="36576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103A0-993F-2095-B17C-CE9613CE24B4}"/>
              </a:ext>
            </a:extLst>
          </p:cNvPr>
          <p:cNvSpPr txBox="1"/>
          <p:nvPr/>
        </p:nvSpPr>
        <p:spPr>
          <a:xfrm>
            <a:off x="3788428" y="3619666"/>
            <a:ext cx="92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1080 px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43C5F-9178-A373-36FC-4A36E4815AFE}"/>
              </a:ext>
            </a:extLst>
          </p:cNvPr>
          <p:cNvSpPr txBox="1"/>
          <p:nvPr/>
        </p:nvSpPr>
        <p:spPr>
          <a:xfrm rot="5400000">
            <a:off x="6212215" y="8044934"/>
            <a:ext cx="92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2340 px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45C075-0AC2-3EA4-4DA6-1442EBC4140D}"/>
              </a:ext>
            </a:extLst>
          </p:cNvPr>
          <p:cNvSpPr txBox="1"/>
          <p:nvPr/>
        </p:nvSpPr>
        <p:spPr>
          <a:xfrm>
            <a:off x="7696200" y="3619666"/>
            <a:ext cx="6706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DensityDPI được áp dụng trong thiết kế: </a:t>
            </a:r>
            <a:r>
              <a:rPr lang="en-US" sz="2400" b="1"/>
              <a:t>450</a:t>
            </a:r>
          </a:p>
          <a:p>
            <a:r>
              <a:rPr lang="en-US" sz="2400">
                <a:solidFill>
                  <a:srgbClr val="FF0000"/>
                </a:solidFill>
              </a:rPr>
              <a:t>FontScale được áp dụng trong thiết kế: </a:t>
            </a:r>
            <a:r>
              <a:rPr lang="en-US" sz="2400" b="1"/>
              <a:t>1</a:t>
            </a:r>
            <a:br>
              <a:rPr lang="en-US" sz="2400">
                <a:solidFill>
                  <a:srgbClr val="FF0000"/>
                </a:solidFill>
              </a:rPr>
            </a:br>
            <a:r>
              <a:rPr lang="en-US" sz="2400">
                <a:solidFill>
                  <a:srgbClr val="FF0000"/>
                </a:solidFill>
              </a:rPr>
              <a:t>DensityDPI = </a:t>
            </a:r>
            <a:r>
              <a:rPr lang="en-US" sz="2400" b="1"/>
              <a:t>adb shell wm density</a:t>
            </a:r>
          </a:p>
          <a:p>
            <a:r>
              <a:rPr lang="en-US" sz="2400">
                <a:solidFill>
                  <a:srgbClr val="FF0000"/>
                </a:solidFill>
              </a:rPr>
              <a:t>FontScale = </a:t>
            </a:r>
            <a:r>
              <a:rPr lang="en-US" sz="2400" b="1"/>
              <a:t>adb shell settings get system font_scale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0FE0177-D221-86AD-EA60-6EA4EEE3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10236"/>
              </p:ext>
            </p:extLst>
          </p:nvPr>
        </p:nvGraphicFramePr>
        <p:xfrm>
          <a:off x="7810958" y="5486400"/>
          <a:ext cx="6362242" cy="1828799"/>
        </p:xfrm>
        <a:graphic>
          <a:graphicData uri="http://schemas.openxmlformats.org/drawingml/2006/table">
            <a:tbl>
              <a:tblPr/>
              <a:tblGrid>
                <a:gridCol w="1796397">
                  <a:extLst>
                    <a:ext uri="{9D8B030D-6E8A-4147-A177-3AD203B41FA5}">
                      <a16:colId xmlns:a16="http://schemas.microsoft.com/office/drawing/2014/main" val="2708708684"/>
                    </a:ext>
                  </a:extLst>
                </a:gridCol>
                <a:gridCol w="1646698">
                  <a:extLst>
                    <a:ext uri="{9D8B030D-6E8A-4147-A177-3AD203B41FA5}">
                      <a16:colId xmlns:a16="http://schemas.microsoft.com/office/drawing/2014/main" val="2679521294"/>
                    </a:ext>
                  </a:extLst>
                </a:gridCol>
                <a:gridCol w="1422148">
                  <a:extLst>
                    <a:ext uri="{9D8B030D-6E8A-4147-A177-3AD203B41FA5}">
                      <a16:colId xmlns:a16="http://schemas.microsoft.com/office/drawing/2014/main" val="2379231274"/>
                    </a:ext>
                  </a:extLst>
                </a:gridCol>
                <a:gridCol w="1496999">
                  <a:extLst>
                    <a:ext uri="{9D8B030D-6E8A-4147-A177-3AD203B41FA5}">
                      <a16:colId xmlns:a16="http://schemas.microsoft.com/office/drawing/2014/main" val="3071085473"/>
                    </a:ext>
                  </a:extLst>
                </a:gridCol>
              </a:tblGrid>
              <a:tr h="562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Đơn vị gốc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px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dp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 (text)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737208"/>
                  </a:ext>
                </a:extLst>
              </a:tr>
              <a:tr h="633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1"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109465"/>
                  </a:ext>
                </a:extLst>
              </a:tr>
              <a:tr h="633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1pt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0.8889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0.8889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73999"/>
                  </a:ext>
                </a:extLst>
              </a:tr>
            </a:tbl>
          </a:graphicData>
        </a:graphic>
      </p:graphicFrame>
      <p:sp>
        <p:nvSpPr>
          <p:cNvPr id="17" name="AI_AGENT_NOTE_1">
            <a:extLst>
              <a:ext uri="{FF2B5EF4-FFF2-40B4-BE49-F238E27FC236}">
                <a16:creationId xmlns:a16="http://schemas.microsoft.com/office/drawing/2014/main" id="{C9B05CB7-D1F8-5118-2AD0-52F691F9D8AD}"/>
              </a:ext>
            </a:extLst>
          </p:cNvPr>
          <p:cNvSpPr txBox="1"/>
          <p:nvPr/>
        </p:nvSpPr>
        <p:spPr>
          <a:xfrm>
            <a:off x="7773316" y="8115300"/>
            <a:ext cx="6399884" cy="452431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FOR AI AGENT:</a:t>
            </a:r>
          </a:p>
          <a:p>
            <a:r>
              <a:rPr lang="en-US">
                <a:solidFill>
                  <a:schemeClr val="bg1"/>
                </a:solidFill>
              </a:rPr>
              <a:t>Quy ước mapping từ thiết kế UI sang Android app trong tài liệu này được cố định theo baseline: density mặc định của</a:t>
            </a:r>
          </a:p>
          <a:p>
            <a:r>
              <a:rPr lang="en-US">
                <a:solidFill>
                  <a:schemeClr val="bg1"/>
                </a:solidFill>
              </a:rPr>
              <a:t>  thiết bị là 450 dpi, fontScale = 1.0, và khung device trên slide được chuẩn hóa 6 inch x 13 inch tương ứng 1080 px x</a:t>
            </a:r>
          </a:p>
          <a:p>
            <a:r>
              <a:rPr lang="en-US">
                <a:solidFill>
                  <a:schemeClr val="bg1"/>
                </a:solidFill>
              </a:rPr>
              <a:t>  2340 px. Từ đó suy ra 1 inch trong thiết kế tương ứng 180 px. Khi triển khai Android, dùng công thức quy đổi chuẩn dp/</a:t>
            </a:r>
          </a:p>
          <a:p>
            <a:r>
              <a:rPr lang="en-US">
                <a:solidFill>
                  <a:schemeClr val="bg1"/>
                </a:solidFill>
              </a:rPr>
              <a:t>  sp theo density 450: dp = px * 160 / 450 và sp = px * 160 / (450 * fontScale). Với baseline fontScale 1.0 thì sp = px</a:t>
            </a:r>
          </a:p>
          <a:p>
            <a:r>
              <a:rPr lang="en-US">
                <a:solidFill>
                  <a:schemeClr val="bg1"/>
                </a:solidFill>
              </a:rPr>
              <a:t>  * 160 / 450. Theo quy ước này, 1 inch = 64 dp; 1 point chữ (pt) = 1/72 inch = 2.5 px; và 1 pt tương ứng khoảng 0.8889</a:t>
            </a:r>
          </a:p>
          <a:p>
            <a:r>
              <a:rPr lang="en-US">
                <a:solidFill>
                  <a:schemeClr val="bg1"/>
                </a:solidFill>
              </a:rPr>
              <a:t>  sp. Vì vậy, mọi kích thước khối (shape) trong slide đo bằng inch sẽ đổi sang dp theo chuẩn trên, còn kích thước chữ</a:t>
            </a:r>
          </a:p>
          <a:p>
            <a:r>
              <a:rPr lang="en-US">
                <a:solidFill>
                  <a:schemeClr val="bg1"/>
                </a:solidFill>
              </a:rPr>
              <a:t>  trong slide đo bằng pt sẽ đổi sang sp theo cùng baseline. Nếu thay đổi density hoặc fontScale thực tế trên thiết bị</a:t>
            </a:r>
          </a:p>
          <a:p>
            <a:r>
              <a:rPr lang="en-US">
                <a:solidFill>
                  <a:schemeClr val="bg1"/>
                </a:solidFill>
              </a:rPr>
              <a:t>  thì phải tính lại theo đúng công thức để giữ tỉ lệ hiển thị.</a:t>
            </a:r>
          </a:p>
        </p:txBody>
      </p:sp>
    </p:spTree>
    <p:extLst>
      <p:ext uri="{BB962C8B-B14F-4D97-AF65-F5344CB8AC3E}">
        <p14:creationId xmlns:p14="http://schemas.microsoft.com/office/powerpoint/2010/main" val="176088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EB70-C354-4C32-9CA5-0374A138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Table 131">
            <a:extLst>
              <a:ext uri="{FF2B5EF4-FFF2-40B4-BE49-F238E27FC236}">
                <a16:creationId xmlns:a16="http://schemas.microsoft.com/office/drawing/2014/main" id="{7FFEADAF-B2C2-3359-E96F-D7F698455011}"/>
              </a:ext>
            </a:extLst>
          </p:cNvPr>
          <p:cNvGraphicFramePr>
            <a:graphicFrameLocks noGrp="1"/>
          </p:cNvGraphicFramePr>
          <p:nvPr/>
        </p:nvGraphicFramePr>
        <p:xfrm>
          <a:off x="19652777" y="838200"/>
          <a:ext cx="14681623" cy="94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023">
                  <a:extLst>
                    <a:ext uri="{9D8B030D-6E8A-4147-A177-3AD203B41FA5}">
                      <a16:colId xmlns:a16="http://schemas.microsoft.com/office/drawing/2014/main" val="3440773694"/>
                    </a:ext>
                  </a:extLst>
                </a:gridCol>
                <a:gridCol w="10026600">
                  <a:extLst>
                    <a:ext uri="{9D8B030D-6E8A-4147-A177-3AD203B41FA5}">
                      <a16:colId xmlns:a16="http://schemas.microsoft.com/office/drawing/2014/main" val="2857498804"/>
                    </a:ext>
                  </a:extLst>
                </a:gridCol>
              </a:tblGrid>
              <a:tr h="2353180">
                <a:tc>
                  <a:txBody>
                    <a:bodyPr/>
                    <a:lstStyle/>
                    <a:p>
                      <a:r>
                        <a:rPr lang="en-US"/>
                        <a:t>Assetname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Attachment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187930"/>
                  </a:ext>
                </a:extLst>
              </a:tr>
              <a:tr h="2353180">
                <a:tc>
                  <a:txBody>
                    <a:bodyPr/>
                    <a:lstStyle/>
                    <a:p>
                      <a:r>
                        <a:rPr lang="en-US" sz="2000" b="1"/>
                        <a:t>[FONT]Samsungsharpsans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176955"/>
                  </a:ext>
                </a:extLst>
              </a:tr>
              <a:tr h="2353180">
                <a:tc>
                  <a:txBody>
                    <a:bodyPr/>
                    <a:lstStyle/>
                    <a:p>
                      <a:pPr marL="0" marR="0" lvl="0" indent="0" algn="l" defTabSz="2194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/>
                        <a:t>[FONT]Samsungsharpsans-bold</a:t>
                      </a:r>
                      <a:r>
                        <a:rPr lang="en-US" sz="2000"/>
                        <a:t> </a:t>
                      </a:r>
                    </a:p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12018"/>
                  </a:ext>
                </a:extLst>
              </a:tr>
              <a:tr h="2353180">
                <a:tc>
                  <a:txBody>
                    <a:bodyPr/>
                    <a:lstStyle/>
                    <a:p>
                      <a:pPr marL="0" marR="0" lvl="0" indent="0" algn="l" defTabSz="2194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/>
                        <a:t>[FONT]Samsungsharpsans-medium</a:t>
                      </a:r>
                      <a:endParaRPr lang="en-US" sz="2000"/>
                    </a:p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45452"/>
                  </a:ext>
                </a:extLst>
              </a:tr>
            </a:tbl>
          </a:graphicData>
        </a:graphic>
      </p:graphicFrame>
      <p:grpSp>
        <p:nvGrpSpPr>
          <p:cNvPr id="134" name="GLIMPSE_OVERALL">
            <a:extLst>
              <a:ext uri="{FF2B5EF4-FFF2-40B4-BE49-F238E27FC236}">
                <a16:creationId xmlns:a16="http://schemas.microsoft.com/office/drawing/2014/main" id="{972D03A3-E516-24A2-5693-8775FB61C008}"/>
              </a:ext>
            </a:extLst>
          </p:cNvPr>
          <p:cNvGrpSpPr/>
          <p:nvPr/>
        </p:nvGrpSpPr>
        <p:grpSpPr>
          <a:xfrm>
            <a:off x="1371600" y="3657600"/>
            <a:ext cx="5491162" cy="11887200"/>
            <a:chOff x="1371600" y="914400"/>
            <a:chExt cx="5491162" cy="11887200"/>
          </a:xfrm>
        </p:grpSpPr>
        <p:sp>
          <p:nvSpPr>
            <p:cNvPr id="25" name="[ForNote]">
              <a:extLst>
                <a:ext uri="{FF2B5EF4-FFF2-40B4-BE49-F238E27FC236}">
                  <a16:creationId xmlns:a16="http://schemas.microsoft.com/office/drawing/2014/main" id="{0AC6017D-97EE-EBDA-55A3-C9D6F0B41031}"/>
                </a:ext>
              </a:extLst>
            </p:cNvPr>
            <p:cNvSpPr>
              <a:spLocks/>
            </p:cNvSpPr>
            <p:nvPr/>
          </p:nvSpPr>
          <p:spPr>
            <a:xfrm>
              <a:off x="1438402" y="9593513"/>
              <a:ext cx="5352798" cy="7486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[ForNote]">
              <a:extLst>
                <a:ext uri="{FF2B5EF4-FFF2-40B4-BE49-F238E27FC236}">
                  <a16:creationId xmlns:a16="http://schemas.microsoft.com/office/drawing/2014/main" id="{DFD1751C-EA7E-6B75-2114-03BFDEC89741}"/>
                </a:ext>
              </a:extLst>
            </p:cNvPr>
            <p:cNvSpPr>
              <a:spLocks/>
            </p:cNvSpPr>
            <p:nvPr/>
          </p:nvSpPr>
          <p:spPr>
            <a:xfrm>
              <a:off x="1438402" y="10343880"/>
              <a:ext cx="5352798" cy="7486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[ForNote]">
              <a:extLst>
                <a:ext uri="{FF2B5EF4-FFF2-40B4-BE49-F238E27FC236}">
                  <a16:creationId xmlns:a16="http://schemas.microsoft.com/office/drawing/2014/main" id="{3D3A82AD-A13E-F4F7-64E3-C0C7D098286D}"/>
                </a:ext>
              </a:extLst>
            </p:cNvPr>
            <p:cNvSpPr>
              <a:spLocks/>
            </p:cNvSpPr>
            <p:nvPr/>
          </p:nvSpPr>
          <p:spPr>
            <a:xfrm>
              <a:off x="6443936" y="1658887"/>
              <a:ext cx="365760" cy="3657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[Phone]Container">
              <a:extLst>
                <a:ext uri="{FF2B5EF4-FFF2-40B4-BE49-F238E27FC236}">
                  <a16:creationId xmlns:a16="http://schemas.microsoft.com/office/drawing/2014/main" id="{4F965072-6BB4-4EE1-C965-8297FC5761BC}"/>
                </a:ext>
              </a:extLst>
            </p:cNvPr>
            <p:cNvSpPr>
              <a:spLocks/>
            </p:cNvSpPr>
            <p:nvPr/>
          </p:nvSpPr>
          <p:spPr>
            <a:xfrm>
              <a:off x="1371600" y="914400"/>
              <a:ext cx="5486400" cy="118872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grpSp>
          <p:nvGrpSpPr>
            <p:cNvPr id="97" name="Other_category">
              <a:extLst>
                <a:ext uri="{FF2B5EF4-FFF2-40B4-BE49-F238E27FC236}">
                  <a16:creationId xmlns:a16="http://schemas.microsoft.com/office/drawing/2014/main" id="{0515DEEC-8C54-AFE0-84CE-8AB44D28A61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38401" y="11217049"/>
              <a:ext cx="5328159" cy="1106107"/>
              <a:chOff x="1438401" y="11217049"/>
              <a:chExt cx="5328159" cy="1106107"/>
            </a:xfrm>
          </p:grpSpPr>
          <p:sp>
            <p:nvSpPr>
              <p:cNvPr id="75" name="[Panel]Other_panel">
                <a:extLst>
                  <a:ext uri="{FF2B5EF4-FFF2-40B4-BE49-F238E27FC236}">
                    <a16:creationId xmlns:a16="http://schemas.microsoft.com/office/drawing/2014/main" id="{64927C3C-B26C-4E8D-6B76-F36A2CF7CC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11573348"/>
                <a:ext cx="5303520" cy="749808"/>
              </a:xfrm>
              <a:prstGeom prst="roundRect">
                <a:avLst>
                  <a:gd name="adj" fmla="val 50000"/>
                </a:avLst>
              </a:prstGeom>
              <a:solidFill>
                <a:srgbClr val="303030"/>
              </a:solidFill>
              <a:ln w="38100">
                <a:noFill/>
              </a:ln>
              <a:effectLst>
                <a:outerShdw blurRad="63500" sx="101000" sy="101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Protect_battery_item">
                <a:extLst>
                  <a:ext uri="{FF2B5EF4-FFF2-40B4-BE49-F238E27FC236}">
                    <a16:creationId xmlns:a16="http://schemas.microsoft.com/office/drawing/2014/main" id="{E1743963-0A7C-27A4-4567-BD3D15CB0DC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746721" y="11694337"/>
                <a:ext cx="4806892" cy="507831"/>
                <a:chOff x="1746721" y="11694337"/>
                <a:chExt cx="4806892" cy="507831"/>
              </a:xfrm>
            </p:grpSpPr>
            <p:sp>
              <p:nvSpPr>
                <p:cNvPr id="93" name="[Txtbox]Protect_bat_item_textbox">
                  <a:extLst>
                    <a:ext uri="{FF2B5EF4-FFF2-40B4-BE49-F238E27FC236}">
                      <a16:creationId xmlns:a16="http://schemas.microsoft.com/office/drawing/2014/main" id="{0D8D96FF-104F-F2C9-D841-DE271E5214E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11694337"/>
                  <a:ext cx="1922321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Protect battery</a:t>
                  </a:r>
                  <a:b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</a:br>
                  <a:r>
                    <a:rPr lang="en-US" sz="1100" b="1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Limit charging to 80%</a:t>
                  </a:r>
                  <a:endParaRPr lang="en-US" sz="16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endParaRPr>
                </a:p>
              </p:txBody>
            </p:sp>
            <p:pic>
              <p:nvPicPr>
                <p:cNvPr id="36" name="[Icon]Protect_battery">
                  <a:extLst>
                    <a:ext uri="{FF2B5EF4-FFF2-40B4-BE49-F238E27FC236}">
                      <a16:creationId xmlns:a16="http://schemas.microsoft.com/office/drawing/2014/main" id="{56CC0FF8-4EB6-F41D-0E46-3498E9DFCF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46721" y="11765372"/>
                  <a:ext cx="314575" cy="365760"/>
                </a:xfrm>
                <a:prstGeom prst="rect">
                  <a:avLst/>
                </a:prstGeom>
              </p:spPr>
            </p:pic>
            <p:grpSp>
              <p:nvGrpSpPr>
                <p:cNvPr id="73" name="[Checkbox]Off_state">
                  <a:extLst>
                    <a:ext uri="{FF2B5EF4-FFF2-40B4-BE49-F238E27FC236}">
                      <a16:creationId xmlns:a16="http://schemas.microsoft.com/office/drawing/2014/main" id="{6EC21F41-4A13-7410-C4AF-FE01888D8C85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45308" y="11817075"/>
                  <a:ext cx="508305" cy="262354"/>
                  <a:chOff x="6045308" y="11817075"/>
                  <a:chExt cx="508305" cy="262354"/>
                </a:xfrm>
              </p:grpSpPr>
              <p:sp>
                <p:nvSpPr>
                  <p:cNvPr id="29" name="[Track]">
                    <a:extLst>
                      <a:ext uri="{FF2B5EF4-FFF2-40B4-BE49-F238E27FC236}">
                        <a16:creationId xmlns:a16="http://schemas.microsoft.com/office/drawing/2014/main" id="{2B88AC6A-FCDB-E590-261D-991FEE27BB4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45308" y="11817075"/>
                    <a:ext cx="508305" cy="262354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5400">
                    <a:solidFill>
                      <a:srgbClr val="2C64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[Thumb]">
                    <a:extLst>
                      <a:ext uri="{FF2B5EF4-FFF2-40B4-BE49-F238E27FC236}">
                        <a16:creationId xmlns:a16="http://schemas.microsoft.com/office/drawing/2014/main" id="{8EB1BCB0-2B6C-1C2E-C178-A2EB894330F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92681" y="11847668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76" name="[Txtbox]Other_category">
                <a:extLst>
                  <a:ext uri="{FF2B5EF4-FFF2-40B4-BE49-F238E27FC236}">
                    <a16:creationId xmlns:a16="http://schemas.microsoft.com/office/drawing/2014/main" id="{F1FA83A9-1FAA-6FD3-41B7-B65DB54A7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8401" y="11217049"/>
                <a:ext cx="7947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Others</a:t>
                </a:r>
              </a:p>
            </p:txBody>
          </p:sp>
        </p:grpSp>
        <p:grpSp>
          <p:nvGrpSpPr>
            <p:cNvPr id="90" name="Util_category">
              <a:extLst>
                <a:ext uri="{FF2B5EF4-FFF2-40B4-BE49-F238E27FC236}">
                  <a16:creationId xmlns:a16="http://schemas.microsoft.com/office/drawing/2014/main" id="{9E5BF0C5-7F9F-4965-3CD4-7A6971C9E9C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38401" y="8492855"/>
              <a:ext cx="5328159" cy="2591603"/>
              <a:chOff x="1438401" y="8492855"/>
              <a:chExt cx="5328159" cy="2591603"/>
            </a:xfrm>
          </p:grpSpPr>
          <p:sp>
            <p:nvSpPr>
              <p:cNvPr id="42" name="[Panel]Util_controller">
                <a:extLst>
                  <a:ext uri="{FF2B5EF4-FFF2-40B4-BE49-F238E27FC236}">
                    <a16:creationId xmlns:a16="http://schemas.microsoft.com/office/drawing/2014/main" id="{EACE6262-DBB6-1FEA-94D3-74F12F0423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8842934"/>
                <a:ext cx="5303520" cy="2241524"/>
              </a:xfrm>
              <a:prstGeom prst="roundRect">
                <a:avLst>
                  <a:gd name="adj" fmla="val 8179"/>
                </a:avLst>
              </a:prstGeom>
              <a:solidFill>
                <a:srgbClr val="303030"/>
              </a:solidFill>
              <a:ln w="38100">
                <a:noFill/>
              </a:ln>
              <a:effectLst>
                <a:outerShdw blurRad="50800" sx="101000" sy="101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[Txtbox]Util_category">
                <a:extLst>
                  <a:ext uri="{FF2B5EF4-FFF2-40B4-BE49-F238E27FC236}">
                    <a16:creationId xmlns:a16="http://schemas.microsoft.com/office/drawing/2014/main" id="{E231EBD2-03D2-BEDC-2574-329771E20F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8401" y="8492855"/>
                <a:ext cx="13258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Util category</a:t>
                </a:r>
              </a:p>
            </p:txBody>
          </p:sp>
          <p:grpSp>
            <p:nvGrpSpPr>
              <p:cNvPr id="87" name="Monitor_item">
                <a:extLst>
                  <a:ext uri="{FF2B5EF4-FFF2-40B4-BE49-F238E27FC236}">
                    <a16:creationId xmlns:a16="http://schemas.microsoft.com/office/drawing/2014/main" id="{5D488CCE-6187-5431-9E2B-F4BE9BC3525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9048212"/>
                <a:ext cx="4882212" cy="338554"/>
                <a:chOff x="1677473" y="9048212"/>
                <a:chExt cx="4882212" cy="338554"/>
              </a:xfrm>
            </p:grpSpPr>
            <p:sp>
              <p:nvSpPr>
                <p:cNvPr id="43" name="[TxtBox]Monitor_item_content">
                  <a:extLst>
                    <a:ext uri="{FF2B5EF4-FFF2-40B4-BE49-F238E27FC236}">
                      <a16:creationId xmlns:a16="http://schemas.microsoft.com/office/drawing/2014/main" id="{60EB4054-1B13-A320-4CA3-C953FBF4C5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9048212"/>
                  <a:ext cx="29537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Background monitoring</a:t>
                  </a:r>
                </a:p>
              </p:txBody>
            </p:sp>
            <p:grpSp>
              <p:nvGrpSpPr>
                <p:cNvPr id="86" name="[Checkbox]On_state">
                  <a:extLst>
                    <a:ext uri="{FF2B5EF4-FFF2-40B4-BE49-F238E27FC236}">
                      <a16:creationId xmlns:a16="http://schemas.microsoft.com/office/drawing/2014/main" id="{B81AFE91-E193-6BE9-463C-FE6BAD30B8EA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51381" y="9086312"/>
                  <a:ext cx="508304" cy="262354"/>
                  <a:chOff x="6051381" y="9086312"/>
                  <a:chExt cx="508304" cy="262354"/>
                </a:xfrm>
              </p:grpSpPr>
              <p:sp>
                <p:nvSpPr>
                  <p:cNvPr id="46" name="[Track]">
                    <a:extLst>
                      <a:ext uri="{FF2B5EF4-FFF2-40B4-BE49-F238E27FC236}">
                        <a16:creationId xmlns:a16="http://schemas.microsoft.com/office/drawing/2014/main" id="{192EDB65-0975-4F24-0A92-E9AE1C8D644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51381" y="9086312"/>
                    <a:ext cx="508304" cy="26235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2C64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[Thumb]">
                    <a:extLst>
                      <a:ext uri="{FF2B5EF4-FFF2-40B4-BE49-F238E27FC236}">
                        <a16:creationId xmlns:a16="http://schemas.microsoft.com/office/drawing/2014/main" id="{3B38E532-345F-7B8A-A95A-7CFE32D3A29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18036" y="9116905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65" name="[Icon]Monitor_icon">
                  <a:extLst>
                    <a:ext uri="{FF2B5EF4-FFF2-40B4-BE49-F238E27FC236}">
                      <a16:creationId xmlns:a16="http://schemas.microsoft.com/office/drawing/2014/main" id="{D687BF25-735A-CBC2-4AA5-0419B845B8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9116248"/>
                  <a:ext cx="365760" cy="202483"/>
                </a:xfrm>
                <a:prstGeom prst="rect">
                  <a:avLst/>
                </a:prstGeom>
              </p:spPr>
            </p:pic>
          </p:grpSp>
          <p:grpSp>
            <p:nvGrpSpPr>
              <p:cNvPr id="85" name="Custom_vibe_item">
                <a:extLst>
                  <a:ext uri="{FF2B5EF4-FFF2-40B4-BE49-F238E27FC236}">
                    <a16:creationId xmlns:a16="http://schemas.microsoft.com/office/drawing/2014/main" id="{55D7A1B9-3273-54C9-7F57-97BBB965C3F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10513067"/>
                <a:ext cx="2440169" cy="365760"/>
                <a:chOff x="1677473" y="10513067"/>
                <a:chExt cx="2440169" cy="365760"/>
              </a:xfrm>
            </p:grpSpPr>
            <p:sp>
              <p:nvSpPr>
                <p:cNvPr id="45" name="[Txtbox]Vibe_item_textbox">
                  <a:extLst>
                    <a:ext uri="{FF2B5EF4-FFF2-40B4-BE49-F238E27FC236}">
                      <a16:creationId xmlns:a16="http://schemas.microsoft.com/office/drawing/2014/main" id="{9ECD9404-8689-95B0-DE93-6B03D01EF7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10526670"/>
                  <a:ext cx="192270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Customize Vibe</a:t>
                  </a:r>
                </a:p>
              </p:txBody>
            </p:sp>
            <p:pic>
              <p:nvPicPr>
                <p:cNvPr id="6" name="[Icon]Vibe_icon">
                  <a:extLst>
                    <a:ext uri="{FF2B5EF4-FFF2-40B4-BE49-F238E27FC236}">
                      <a16:creationId xmlns:a16="http://schemas.microsoft.com/office/drawing/2014/main" id="{B4D64904-B198-4A93-ED39-2263E345E6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10513067"/>
                  <a:ext cx="365760" cy="365760"/>
                </a:xfrm>
                <a:prstGeom prst="rect">
                  <a:avLst/>
                </a:prstGeom>
              </p:spPr>
            </p:pic>
          </p:grpSp>
          <p:grpSp>
            <p:nvGrpSpPr>
              <p:cNvPr id="84" name="Overlay_item">
                <a:extLst>
                  <a:ext uri="{FF2B5EF4-FFF2-40B4-BE49-F238E27FC236}">
                    <a16:creationId xmlns:a16="http://schemas.microsoft.com/office/drawing/2014/main" id="{EA257542-2D40-9D33-7D09-59CE2B9BF04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9787321"/>
                <a:ext cx="4876140" cy="361072"/>
                <a:chOff x="1677473" y="9787321"/>
                <a:chExt cx="4876140" cy="361072"/>
              </a:xfrm>
            </p:grpSpPr>
            <p:sp>
              <p:nvSpPr>
                <p:cNvPr id="44" name="[Txtbox]Overlay_item_content">
                  <a:extLst>
                    <a:ext uri="{FF2B5EF4-FFF2-40B4-BE49-F238E27FC236}">
                      <a16:creationId xmlns:a16="http://schemas.microsoft.com/office/drawing/2014/main" id="{1E5A2221-363B-5F72-4CE3-C9A1318FD03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9798580"/>
                  <a:ext cx="23994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Live battery overlay</a:t>
                  </a:r>
                </a:p>
              </p:txBody>
            </p:sp>
            <p:grpSp>
              <p:nvGrpSpPr>
                <p:cNvPr id="81" name="[Checkbox]Off_state">
                  <a:extLst>
                    <a:ext uri="{FF2B5EF4-FFF2-40B4-BE49-F238E27FC236}">
                      <a16:creationId xmlns:a16="http://schemas.microsoft.com/office/drawing/2014/main" id="{C539E948-F8A3-C311-DF66-20C36565EA66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45308" y="9836680"/>
                  <a:ext cx="508305" cy="262354"/>
                  <a:chOff x="6045308" y="9836680"/>
                  <a:chExt cx="508305" cy="262354"/>
                </a:xfrm>
              </p:grpSpPr>
              <p:sp>
                <p:nvSpPr>
                  <p:cNvPr id="51" name="[Track]">
                    <a:extLst>
                      <a:ext uri="{FF2B5EF4-FFF2-40B4-BE49-F238E27FC236}">
                        <a16:creationId xmlns:a16="http://schemas.microsoft.com/office/drawing/2014/main" id="{6265E951-30AD-6C64-5F31-96BE5ED629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45308" y="9836680"/>
                    <a:ext cx="508305" cy="262354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5400">
                    <a:solidFill>
                      <a:srgbClr val="2C64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" name="[Thumb]">
                    <a:extLst>
                      <a:ext uri="{FF2B5EF4-FFF2-40B4-BE49-F238E27FC236}">
                        <a16:creationId xmlns:a16="http://schemas.microsoft.com/office/drawing/2014/main" id="{232B2E88-1FFE-E289-DC32-82BB8A25BFB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92681" y="9867273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74" name="[Icon]Overlay_icon">
                  <a:extLst>
                    <a:ext uri="{FF2B5EF4-FFF2-40B4-BE49-F238E27FC236}">
                      <a16:creationId xmlns:a16="http://schemas.microsoft.com/office/drawing/2014/main" id="{85E544B6-2FD4-957C-C7E0-751137E2C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9787321"/>
                  <a:ext cx="358516" cy="36107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2" name="Controller_and_pin_panel">
              <a:extLst>
                <a:ext uri="{FF2B5EF4-FFF2-40B4-BE49-F238E27FC236}">
                  <a16:creationId xmlns:a16="http://schemas.microsoft.com/office/drawing/2014/main" id="{08951DE8-CFA2-E08D-C93D-6236F503C77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90700" y="2444787"/>
              <a:ext cx="4648200" cy="5603368"/>
              <a:chOff x="1790700" y="2444787"/>
              <a:chExt cx="4648200" cy="5603368"/>
            </a:xfrm>
          </p:grpSpPr>
          <p:grpSp>
            <p:nvGrpSpPr>
              <p:cNvPr id="91" name="Controller_panel">
                <a:extLst>
                  <a:ext uri="{FF2B5EF4-FFF2-40B4-BE49-F238E27FC236}">
                    <a16:creationId xmlns:a16="http://schemas.microsoft.com/office/drawing/2014/main" id="{41E22A05-117D-3EDF-49AF-1EB60BE6B6C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790700" y="4238155"/>
                <a:ext cx="4648200" cy="3810000"/>
                <a:chOff x="1790700" y="4238155"/>
                <a:chExt cx="4648200" cy="3810000"/>
              </a:xfrm>
            </p:grpSpPr>
            <p:sp>
              <p:nvSpPr>
                <p:cNvPr id="16" name="[Panel]Ps4_controller">
                  <a:extLst>
                    <a:ext uri="{FF2B5EF4-FFF2-40B4-BE49-F238E27FC236}">
                      <a16:creationId xmlns:a16="http://schemas.microsoft.com/office/drawing/2014/main" id="{125460D3-836E-129E-2DDA-FD3A8B3A2FD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90700" y="4238155"/>
                  <a:ext cx="4648200" cy="3810000"/>
                </a:xfrm>
                <a:prstGeom prst="roundRect">
                  <a:avLst>
                    <a:gd name="adj" fmla="val 7012"/>
                  </a:avLst>
                </a:prstGeom>
                <a:solidFill>
                  <a:srgbClr val="303030"/>
                </a:solidFill>
                <a:ln w="38100">
                  <a:solidFill>
                    <a:schemeClr val="tx1">
                      <a:lumMod val="95000"/>
                    </a:schemeClr>
                  </a:solidFill>
                </a:ln>
                <a:effectLst>
                  <a:outerShdw blurRad="292100" sx="106000" sy="106000" algn="ctr" rotWithShape="0">
                    <a:prstClr val="black">
                      <a:alpha val="6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1" name="[Icon]Ps4_controller">
                  <a:extLst>
                    <a:ext uri="{FF2B5EF4-FFF2-40B4-BE49-F238E27FC236}">
                      <a16:creationId xmlns:a16="http://schemas.microsoft.com/office/drawing/2014/main" id="{052C3116-8A93-BAC1-8259-509BBA4F23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9400" y="5425944"/>
                  <a:ext cx="2590800" cy="1755272"/>
                </a:xfrm>
                <a:prstGeom prst="rect">
                  <a:avLst/>
                </a:prstGeom>
              </p:spPr>
            </p:pic>
            <p:sp>
              <p:nvSpPr>
                <p:cNvPr id="41" name="[Txtbox]Controller_connection_status">
                  <a:extLst>
                    <a:ext uri="{FF2B5EF4-FFF2-40B4-BE49-F238E27FC236}">
                      <a16:creationId xmlns:a16="http://schemas.microsoft.com/office/drawing/2014/main" id="{ACA7C4F8-B505-B1A6-04BD-2BD9EDB134D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98479" y="7383066"/>
                  <a:ext cx="403264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PlayStation 4 controller connected</a:t>
                  </a:r>
                </a:p>
              </p:txBody>
            </p:sp>
          </p:grpSp>
          <p:grpSp>
            <p:nvGrpSpPr>
              <p:cNvPr id="89" name="Controller_battery_status">
                <a:extLst>
                  <a:ext uri="{FF2B5EF4-FFF2-40B4-BE49-F238E27FC236}">
                    <a16:creationId xmlns:a16="http://schemas.microsoft.com/office/drawing/2014/main" id="{338963A2-3B99-A0D0-2DF8-E24E5A57D86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048000" y="2444787"/>
                <a:ext cx="2133600" cy="2860168"/>
                <a:chOff x="3048000" y="2444787"/>
                <a:chExt cx="2133600" cy="2860168"/>
              </a:xfrm>
            </p:grpSpPr>
            <p:sp>
              <p:nvSpPr>
                <p:cNvPr id="21" name="[Panel]Pin_status">
                  <a:extLst>
                    <a:ext uri="{FF2B5EF4-FFF2-40B4-BE49-F238E27FC236}">
                      <a16:creationId xmlns:a16="http://schemas.microsoft.com/office/drawing/2014/main" id="{56FB512D-3978-5D79-3C6D-51DE8545B45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48000" y="3171355"/>
                  <a:ext cx="2133600" cy="2133600"/>
                </a:xfrm>
                <a:custGeom>
                  <a:avLst/>
                  <a:gdLst>
                    <a:gd name="connsiteX0" fmla="*/ 762000 w 1524000"/>
                    <a:gd name="connsiteY0" fmla="*/ 0 h 1524000"/>
                    <a:gd name="connsiteX1" fmla="*/ 1524000 w 1524000"/>
                    <a:gd name="connsiteY1" fmla="*/ 762000 h 1524000"/>
                    <a:gd name="connsiteX2" fmla="*/ 762000 w 1524000"/>
                    <a:gd name="connsiteY2" fmla="*/ 1524000 h 1524000"/>
                    <a:gd name="connsiteX3" fmla="*/ 0 w 1524000"/>
                    <a:gd name="connsiteY3" fmla="*/ 762000 h 1524000"/>
                    <a:gd name="connsiteX4" fmla="*/ 762000 w 1524000"/>
                    <a:gd name="connsiteY4" fmla="*/ 0 h 152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0" h="1524000">
                      <a:moveTo>
                        <a:pt x="762000" y="0"/>
                      </a:moveTo>
                      <a:cubicBezTo>
                        <a:pt x="1182841" y="0"/>
                        <a:pt x="1524000" y="341159"/>
                        <a:pt x="1524000" y="762000"/>
                      </a:cubicBezTo>
                      <a:cubicBezTo>
                        <a:pt x="1524000" y="1182841"/>
                        <a:pt x="1182841" y="1524000"/>
                        <a:pt x="762000" y="1524000"/>
                      </a:cubicBezTo>
                      <a:cubicBezTo>
                        <a:pt x="341159" y="1524000"/>
                        <a:pt x="0" y="1182841"/>
                        <a:pt x="0" y="762000"/>
                      </a:cubicBezTo>
                      <a:cubicBezTo>
                        <a:pt x="0" y="341159"/>
                        <a:pt x="341159" y="0"/>
                        <a:pt x="762000" y="0"/>
                      </a:cubicBezTo>
                      <a:close/>
                    </a:path>
                  </a:pathLst>
                </a:custGeom>
                <a:solidFill>
                  <a:srgbClr val="3F3F3F"/>
                </a:solidFill>
                <a:ln>
                  <a:solidFill>
                    <a:schemeClr val="tx1">
                      <a:lumMod val="95000"/>
                    </a:schemeClr>
                  </a:solidFill>
                </a:ln>
                <a:effectLst>
                  <a:outerShdw blurRad="254000" sx="108000" sy="108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[Txtbox]Pin_value">
                  <a:extLst>
                    <a:ext uri="{FF2B5EF4-FFF2-40B4-BE49-F238E27FC236}">
                      <a16:creationId xmlns:a16="http://schemas.microsoft.com/office/drawing/2014/main" id="{3ADDC778-86D5-4D80-80A8-D29E1ED8FF1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7214" y="3945767"/>
                  <a:ext cx="10951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b="1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78 %</a:t>
                  </a:r>
                </a:p>
              </p:txBody>
            </p:sp>
            <p:sp>
              <p:nvSpPr>
                <p:cNvPr id="31" name="[CircleProgress]Background_pin_bar">
                  <a:extLst>
                    <a:ext uri="{FF2B5EF4-FFF2-40B4-BE49-F238E27FC236}">
                      <a16:creationId xmlns:a16="http://schemas.microsoft.com/office/drawing/2014/main" id="{1F59867D-1DF9-47BF-D3A6-5F26DD0AAED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6184584"/>
                  </a:avLst>
                </a:prstGeom>
                <a:noFill/>
                <a:ln w="130175"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[CircleProgress]Current_pin_value">
                  <a:extLst>
                    <a:ext uri="{FF2B5EF4-FFF2-40B4-BE49-F238E27FC236}">
                      <a16:creationId xmlns:a16="http://schemas.microsoft.com/office/drawing/2014/main" id="{454A86A3-2CCB-73BA-B559-6C610427AC8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2338501"/>
                  </a:avLst>
                </a:prstGeom>
                <a:noFill/>
                <a:ln w="130175">
                  <a:gradFill flip="none" rotWithShape="1">
                    <a:gsLst>
                      <a:gs pos="73000">
                        <a:srgbClr val="F9D3A3"/>
                      </a:gs>
                      <a:gs pos="50000">
                        <a:srgbClr val="9FF2F0"/>
                      </a:gs>
                      <a:gs pos="17000">
                        <a:srgbClr val="A0B9FF"/>
                      </a:gs>
                    </a:gsLst>
                    <a:lin ang="10800000" scaled="0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[Effect]Pin_progress_glow">
                  <a:extLst>
                    <a:ext uri="{FF2B5EF4-FFF2-40B4-BE49-F238E27FC236}">
                      <a16:creationId xmlns:a16="http://schemas.microsoft.com/office/drawing/2014/main" id="{D3C8F4D9-1D63-90DC-4779-E1B0100AF69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3097544"/>
                  </a:avLst>
                </a:prstGeom>
                <a:noFill/>
                <a:ln w="415925">
                  <a:gradFill flip="none" rotWithShape="1">
                    <a:gsLst>
                      <a:gs pos="66000">
                        <a:srgbClr val="F39327"/>
                      </a:gs>
                      <a:gs pos="50000">
                        <a:srgbClr val="2FE6DE"/>
                      </a:gs>
                      <a:gs pos="100000">
                        <a:srgbClr val="C18A37"/>
                      </a:gs>
                      <a:gs pos="17000">
                        <a:srgbClr val="2C64FF"/>
                      </a:gs>
                    </a:gsLst>
                    <a:lin ang="10800000" scaled="0"/>
                    <a:tileRect/>
                  </a:gradFill>
                </a:ln>
                <a:effectLst>
                  <a:softEdge rad="13970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0" name="[Icon]Charging">
                  <a:extLst>
                    <a:ext uri="{FF2B5EF4-FFF2-40B4-BE49-F238E27FC236}">
                      <a16:creationId xmlns:a16="http://schemas.microsoft.com/office/drawing/2014/main" id="{6FE7B3C8-EB5A-60B2-EBD4-FBFEE8F27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72401" y="2444787"/>
                  <a:ext cx="884798" cy="1453136"/>
                </a:xfrm>
                <a:prstGeom prst="rect">
                  <a:avLst/>
                </a:prstGeom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p:spPr>
            </p:pic>
          </p:grpSp>
        </p:grpSp>
        <p:pic>
          <p:nvPicPr>
            <p:cNvPr id="62" name="[Icon]More_option_icon">
              <a:extLst>
                <a:ext uri="{FF2B5EF4-FFF2-40B4-BE49-F238E27FC236}">
                  <a16:creationId xmlns:a16="http://schemas.microsoft.com/office/drawing/2014/main" id="{F023F3F7-F391-BF8C-3819-924CFF339D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78202" y="1658887"/>
              <a:ext cx="97227" cy="365760"/>
            </a:xfrm>
            <a:prstGeom prst="rect">
              <a:avLst/>
            </a:prstGeom>
          </p:spPr>
        </p:pic>
        <p:sp>
          <p:nvSpPr>
            <p:cNvPr id="57" name="App_title">
              <a:extLst>
                <a:ext uri="{FF2B5EF4-FFF2-40B4-BE49-F238E27FC236}">
                  <a16:creationId xmlns:a16="http://schemas.microsoft.com/office/drawing/2014/main" id="{C667EF2E-8F61-CB1F-AC65-D2449123313C}"/>
                </a:ext>
              </a:extLst>
            </p:cNvPr>
            <p:cNvSpPr txBox="1">
              <a:spLocks/>
            </p:cNvSpPr>
            <p:nvPr/>
          </p:nvSpPr>
          <p:spPr>
            <a:xfrm>
              <a:off x="1466019" y="1621824"/>
              <a:ext cx="18020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GLIMPSE</a:t>
              </a:r>
            </a:p>
          </p:txBody>
        </p:sp>
        <p:cxnSp>
          <p:nvCxnSpPr>
            <p:cNvPr id="47" name="List_separator">
              <a:extLst>
                <a:ext uri="{FF2B5EF4-FFF2-40B4-BE49-F238E27FC236}">
                  <a16:creationId xmlns:a16="http://schemas.microsoft.com/office/drawing/2014/main" id="{7031822F-343A-A48F-211B-DD924C97441F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9593513"/>
              <a:ext cx="5089087" cy="0"/>
            </a:xfrm>
            <a:prstGeom prst="line">
              <a:avLst/>
            </a:prstGeom>
            <a:ln w="127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List_separator">
              <a:extLst>
                <a:ext uri="{FF2B5EF4-FFF2-40B4-BE49-F238E27FC236}">
                  <a16:creationId xmlns:a16="http://schemas.microsoft.com/office/drawing/2014/main" id="{5168C27D-240B-EDED-B4AF-DAAA89C33C92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10342202"/>
              <a:ext cx="5089087" cy="0"/>
            </a:xfrm>
            <a:prstGeom prst="line">
              <a:avLst/>
            </a:prstGeom>
            <a:ln w="127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SYSTEM_AREA">
              <a:extLst>
                <a:ext uri="{FF2B5EF4-FFF2-40B4-BE49-F238E27FC236}">
                  <a16:creationId xmlns:a16="http://schemas.microsoft.com/office/drawing/2014/main" id="{98DBAE2B-93D3-57AB-D816-6D26F4B211A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76362" y="914400"/>
              <a:ext cx="5486400" cy="402336"/>
              <a:chOff x="1376362" y="914400"/>
              <a:chExt cx="5486400" cy="402336"/>
            </a:xfrm>
          </p:grpSpPr>
          <p:sp>
            <p:nvSpPr>
              <p:cNvPr id="56" name="SYSTEM_STATUS_BAR_AREA">
                <a:extLst>
                  <a:ext uri="{FF2B5EF4-FFF2-40B4-BE49-F238E27FC236}">
                    <a16:creationId xmlns:a16="http://schemas.microsoft.com/office/drawing/2014/main" id="{E6B497D6-AA3A-3628-30F0-3D6E3BA43A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362" y="914400"/>
                <a:ext cx="5486400" cy="402336"/>
              </a:xfrm>
              <a:prstGeom prst="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SYSTEM_PIN">
                <a:extLst>
                  <a:ext uri="{FF2B5EF4-FFF2-40B4-BE49-F238E27FC236}">
                    <a16:creationId xmlns:a16="http://schemas.microsoft.com/office/drawing/2014/main" id="{ECBA38E9-83EE-4F7A-6319-3691541619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59412" y="1001268"/>
                <a:ext cx="607148" cy="2286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100</a:t>
                </a:r>
              </a:p>
            </p:txBody>
          </p:sp>
          <p:sp>
            <p:nvSpPr>
              <p:cNvPr id="60" name="SYSTEM_CLOCK">
                <a:extLst>
                  <a:ext uri="{FF2B5EF4-FFF2-40B4-BE49-F238E27FC236}">
                    <a16:creationId xmlns:a16="http://schemas.microsoft.com/office/drawing/2014/main" id="{09962A6A-2A01-50FE-679F-AFC9EA21C5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2565" y="935919"/>
                <a:ext cx="7988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22:11</a:t>
                </a:r>
                <a:endParaRPr lang="en-US"/>
              </a:p>
            </p:txBody>
          </p:sp>
        </p:grpSp>
        <p:cxnSp>
          <p:nvCxnSpPr>
            <p:cNvPr id="2" name="Header_separator">
              <a:extLst>
                <a:ext uri="{FF2B5EF4-FFF2-40B4-BE49-F238E27FC236}">
                  <a16:creationId xmlns:a16="http://schemas.microsoft.com/office/drawing/2014/main" id="{F1547723-CDFA-7C68-44F8-E7BAE0210899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2206599"/>
              <a:ext cx="5089087" cy="0"/>
            </a:xfrm>
            <a:prstGeom prst="line">
              <a:avLst/>
            </a:prstGeom>
            <a:ln w="254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S26_mockup">
            <a:extLst>
              <a:ext uri="{FF2B5EF4-FFF2-40B4-BE49-F238E27FC236}">
                <a16:creationId xmlns:a16="http://schemas.microsoft.com/office/drawing/2014/main" id="{B75A95A2-B15F-F04C-7326-9CE2FB6CCDF0}"/>
              </a:ext>
            </a:extLst>
          </p:cNvPr>
          <p:cNvGrpSpPr/>
          <p:nvPr/>
        </p:nvGrpSpPr>
        <p:grpSpPr>
          <a:xfrm>
            <a:off x="8694611" y="3657600"/>
            <a:ext cx="5594514" cy="11887200"/>
            <a:chOff x="8255593" y="706320"/>
            <a:chExt cx="5594514" cy="1188720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C251E82-5510-90E8-0AB8-0DBA233C013C}"/>
                </a:ext>
              </a:extLst>
            </p:cNvPr>
            <p:cNvSpPr/>
            <p:nvPr/>
          </p:nvSpPr>
          <p:spPr>
            <a:xfrm rot="5400000">
              <a:off x="13092059" y="3719000"/>
              <a:ext cx="1433731" cy="82363"/>
            </a:xfrm>
            <a:prstGeom prst="rect">
              <a:avLst/>
            </a:prstGeom>
            <a:solidFill>
              <a:srgbClr val="5D5D5D"/>
            </a:solidFill>
            <a:ln>
              <a:solidFill>
                <a:srgbClr val="515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51DDA00-D3FC-2778-DB83-13B73409BA5C}"/>
                </a:ext>
              </a:extLst>
            </p:cNvPr>
            <p:cNvSpPr/>
            <p:nvPr/>
          </p:nvSpPr>
          <p:spPr>
            <a:xfrm rot="5400000">
              <a:off x="13279952" y="5671648"/>
              <a:ext cx="1039655" cy="100654"/>
            </a:xfrm>
            <a:prstGeom prst="rect">
              <a:avLst/>
            </a:prstGeom>
            <a:solidFill>
              <a:srgbClr val="5D5D5D"/>
            </a:solidFill>
            <a:ln>
              <a:solidFill>
                <a:srgbClr val="515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5E575BF-136E-AC83-DEDE-AB507A5220F5}"/>
                </a:ext>
              </a:extLst>
            </p:cNvPr>
            <p:cNvGrpSpPr/>
            <p:nvPr/>
          </p:nvGrpSpPr>
          <p:grpSpPr>
            <a:xfrm>
              <a:off x="8255593" y="706320"/>
              <a:ext cx="5486400" cy="11887200"/>
              <a:chOff x="7463310" y="864951"/>
              <a:chExt cx="3196742" cy="6727033"/>
            </a:xfrm>
            <a:noFill/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25A8891A-65DB-7C53-3E1C-CF1D4C488A64}"/>
                  </a:ext>
                </a:extLst>
              </p:cNvPr>
              <p:cNvGrpSpPr/>
              <p:nvPr/>
            </p:nvGrpSpPr>
            <p:grpSpPr>
              <a:xfrm>
                <a:off x="7463310" y="864951"/>
                <a:ext cx="3196742" cy="6727033"/>
                <a:chOff x="8473760" y="704849"/>
                <a:chExt cx="3196742" cy="6727033"/>
              </a:xfrm>
              <a:grpFill/>
            </p:grpSpPr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6E3188B9-3EDB-ABC2-C7D9-E024A62D0B8D}"/>
                    </a:ext>
                  </a:extLst>
                </p:cNvPr>
                <p:cNvSpPr/>
                <p:nvPr/>
              </p:nvSpPr>
              <p:spPr>
                <a:xfrm>
                  <a:off x="8473760" y="704849"/>
                  <a:ext cx="3196742" cy="6727033"/>
                </a:xfrm>
                <a:prstGeom prst="roundRect">
                  <a:avLst>
                    <a:gd name="adj" fmla="val 6355"/>
                  </a:avLst>
                </a:prstGeom>
                <a:grpFill/>
                <a:ln w="92075">
                  <a:solidFill>
                    <a:srgbClr val="88888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21546874-9302-2A0A-9BD5-FAFCE0DA39E0}"/>
                    </a:ext>
                  </a:extLst>
                </p:cNvPr>
                <p:cNvSpPr/>
                <p:nvPr/>
              </p:nvSpPr>
              <p:spPr>
                <a:xfrm>
                  <a:off x="8490519" y="740199"/>
                  <a:ext cx="3163225" cy="6663108"/>
                </a:xfrm>
                <a:prstGeom prst="roundRect">
                  <a:avLst>
                    <a:gd name="adj" fmla="val 5400"/>
                  </a:avLst>
                </a:prstGeom>
                <a:grpFill/>
                <a:ln w="79375">
                  <a:solidFill>
                    <a:srgbClr val="5D5D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78670CA2-7B69-399F-5334-46917D714571}"/>
                    </a:ext>
                  </a:extLst>
                </p:cNvPr>
                <p:cNvSpPr/>
                <p:nvPr/>
              </p:nvSpPr>
              <p:spPr>
                <a:xfrm>
                  <a:off x="8509352" y="768349"/>
                  <a:ext cx="3125558" cy="6605117"/>
                </a:xfrm>
                <a:prstGeom prst="roundRect">
                  <a:avLst>
                    <a:gd name="adj" fmla="val 4563"/>
                  </a:avLst>
                </a:prstGeom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a:blipFill>
                <a:ln w="57150">
                  <a:solidFill>
                    <a:srgbClr val="03030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89C9851B-615D-D44D-6F90-8CAACD3C0053}"/>
                  </a:ext>
                </a:extLst>
              </p:cNvPr>
              <p:cNvSpPr/>
              <p:nvPr/>
            </p:nvSpPr>
            <p:spPr>
              <a:xfrm>
                <a:off x="9059253" y="994317"/>
                <a:ext cx="90252" cy="90252"/>
              </a:xfrm>
              <a:prstGeom prst="ellipse">
                <a:avLst/>
              </a:prstGeom>
              <a:grpFill/>
              <a:ln w="1047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50C7233C-C2CE-FDF5-5AD5-01EBA60B5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31600" y="3227306"/>
          <a:ext cx="3741383" cy="13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1" imgW="1409877" imgH="514350" progId="Package">
                  <p:embed/>
                </p:oleObj>
              </mc:Choice>
              <mc:Fallback>
                <p:oleObj name="Packager Shell Object" showAsIcon="1" r:id="rId11" imgW="1409877" imgH="514350" progId="Package">
                  <p:embed/>
                  <p:pic>
                    <p:nvPicPr>
                      <p:cNvPr id="126" name="Object 125">
                        <a:extLst>
                          <a:ext uri="{FF2B5EF4-FFF2-40B4-BE49-F238E27FC236}">
                            <a16:creationId xmlns:a16="http://schemas.microsoft.com/office/drawing/2014/main" id="{C2E13051-D191-BC39-D85E-A63CC543B6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231600" y="3227306"/>
                        <a:ext cx="3741383" cy="13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8BA34356-ED28-A99E-99DE-A9D44D2D50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6800" y="5665127"/>
          <a:ext cx="4676737" cy="136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3" imgW="1762347" imgH="514350" progId="Package">
                  <p:embed/>
                </p:oleObj>
              </mc:Choice>
              <mc:Fallback>
                <p:oleObj name="Packager Shell Object" showAsIcon="1" r:id="rId13" imgW="1762347" imgH="514350" progId="Package">
                  <p:embed/>
                  <p:pic>
                    <p:nvPicPr>
                      <p:cNvPr id="129" name="Object 128">
                        <a:extLst>
                          <a:ext uri="{FF2B5EF4-FFF2-40B4-BE49-F238E27FC236}">
                            <a16:creationId xmlns:a16="http://schemas.microsoft.com/office/drawing/2014/main" id="{FECEAC25-778F-20C2-9A62-725B5A460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926800" y="5665127"/>
                        <a:ext cx="4676737" cy="1365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F729F6B2-BEA4-0C69-6CB4-55FE77179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6800" y="8034613"/>
          <a:ext cx="5334000" cy="13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5" imgW="2009553" imgH="514350" progId="Package">
                  <p:embed/>
                </p:oleObj>
              </mc:Choice>
              <mc:Fallback>
                <p:oleObj name="Packager Shell Object" showAsIcon="1" r:id="rId15" imgW="2009553" imgH="514350" progId="Package">
                  <p:embed/>
                  <p:pic>
                    <p:nvPicPr>
                      <p:cNvPr id="130" name="Object 129">
                        <a:extLst>
                          <a:ext uri="{FF2B5EF4-FFF2-40B4-BE49-F238E27FC236}">
                            <a16:creationId xmlns:a16="http://schemas.microsoft.com/office/drawing/2014/main" id="{BB176E39-4033-438C-3E8C-DA834F6A61D1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926800" y="8034613"/>
                        <a:ext cx="5334000" cy="13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2BCF880F-0DD6-F0CF-C020-F73203A54C6D}"/>
              </a:ext>
            </a:extLst>
          </p:cNvPr>
          <p:cNvSpPr txBox="1"/>
          <p:nvPr/>
        </p:nvSpPr>
        <p:spPr>
          <a:xfrm>
            <a:off x="381000" y="-13700"/>
            <a:ext cx="688207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06047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LIMPSE_OVERALL">
            <a:extLst>
              <a:ext uri="{FF2B5EF4-FFF2-40B4-BE49-F238E27FC236}">
                <a16:creationId xmlns:a16="http://schemas.microsoft.com/office/drawing/2014/main" id="{7FAA2301-2ED8-8955-0801-3E171AE40ACC}"/>
              </a:ext>
            </a:extLst>
          </p:cNvPr>
          <p:cNvGrpSpPr/>
          <p:nvPr/>
        </p:nvGrpSpPr>
        <p:grpSpPr>
          <a:xfrm>
            <a:off x="0" y="0"/>
            <a:ext cx="5491162" cy="11887200"/>
            <a:chOff x="1371600" y="914400"/>
            <a:chExt cx="5491162" cy="11887200"/>
          </a:xfrm>
        </p:grpSpPr>
        <p:sp>
          <p:nvSpPr>
            <p:cNvPr id="7" name="[ForNote]">
              <a:extLst>
                <a:ext uri="{FF2B5EF4-FFF2-40B4-BE49-F238E27FC236}">
                  <a16:creationId xmlns:a16="http://schemas.microsoft.com/office/drawing/2014/main" id="{14E1C46A-DBCB-B16E-761E-C0F1D4A6F4F1}"/>
                </a:ext>
              </a:extLst>
            </p:cNvPr>
            <p:cNvSpPr>
              <a:spLocks/>
            </p:cNvSpPr>
            <p:nvPr/>
          </p:nvSpPr>
          <p:spPr>
            <a:xfrm>
              <a:off x="1438402" y="9593513"/>
              <a:ext cx="5352798" cy="7486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[ForNote]">
              <a:extLst>
                <a:ext uri="{FF2B5EF4-FFF2-40B4-BE49-F238E27FC236}">
                  <a16:creationId xmlns:a16="http://schemas.microsoft.com/office/drawing/2014/main" id="{F29B057D-AEEB-7C27-2FD5-ECB7D0611C84}"/>
                </a:ext>
              </a:extLst>
            </p:cNvPr>
            <p:cNvSpPr>
              <a:spLocks/>
            </p:cNvSpPr>
            <p:nvPr/>
          </p:nvSpPr>
          <p:spPr>
            <a:xfrm>
              <a:off x="1438402" y="10343880"/>
              <a:ext cx="5352798" cy="7486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[ForNote]">
              <a:extLst>
                <a:ext uri="{FF2B5EF4-FFF2-40B4-BE49-F238E27FC236}">
                  <a16:creationId xmlns:a16="http://schemas.microsoft.com/office/drawing/2014/main" id="{A445CCB0-CD55-F436-D74C-BD32C621F850}"/>
                </a:ext>
              </a:extLst>
            </p:cNvPr>
            <p:cNvSpPr>
              <a:spLocks/>
            </p:cNvSpPr>
            <p:nvPr/>
          </p:nvSpPr>
          <p:spPr>
            <a:xfrm>
              <a:off x="6443936" y="1658887"/>
              <a:ext cx="365760" cy="3657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[Phone]Container">
              <a:extLst>
                <a:ext uri="{FF2B5EF4-FFF2-40B4-BE49-F238E27FC236}">
                  <a16:creationId xmlns:a16="http://schemas.microsoft.com/office/drawing/2014/main" id="{894FA1F6-3511-136D-73A3-DDF01FD8CEA7}"/>
                </a:ext>
              </a:extLst>
            </p:cNvPr>
            <p:cNvSpPr>
              <a:spLocks/>
            </p:cNvSpPr>
            <p:nvPr/>
          </p:nvSpPr>
          <p:spPr>
            <a:xfrm>
              <a:off x="1371600" y="914400"/>
              <a:ext cx="5486400" cy="118872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grpSp>
          <p:nvGrpSpPr>
            <p:cNvPr id="11" name="Other_category">
              <a:extLst>
                <a:ext uri="{FF2B5EF4-FFF2-40B4-BE49-F238E27FC236}">
                  <a16:creationId xmlns:a16="http://schemas.microsoft.com/office/drawing/2014/main" id="{AD51F661-18D6-F392-68DC-99C249F3726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38401" y="11217049"/>
              <a:ext cx="5328159" cy="1106107"/>
              <a:chOff x="1438401" y="11217049"/>
              <a:chExt cx="5328159" cy="1106107"/>
            </a:xfrm>
          </p:grpSpPr>
          <p:sp>
            <p:nvSpPr>
              <p:cNvPr id="50" name="[Panel]Other_panel">
                <a:extLst>
                  <a:ext uri="{FF2B5EF4-FFF2-40B4-BE49-F238E27FC236}">
                    <a16:creationId xmlns:a16="http://schemas.microsoft.com/office/drawing/2014/main" id="{EA9C9B82-9F34-33CB-6EA9-E89A92F591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11573348"/>
                <a:ext cx="5303520" cy="749808"/>
              </a:xfrm>
              <a:prstGeom prst="roundRect">
                <a:avLst>
                  <a:gd name="adj" fmla="val 50000"/>
                </a:avLst>
              </a:prstGeom>
              <a:solidFill>
                <a:srgbClr val="303030"/>
              </a:solidFill>
              <a:ln w="38100">
                <a:noFill/>
              </a:ln>
              <a:effectLst>
                <a:outerShdw blurRad="63500" sx="101000" sy="101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1" name="Protect_battery_item">
                <a:extLst>
                  <a:ext uri="{FF2B5EF4-FFF2-40B4-BE49-F238E27FC236}">
                    <a16:creationId xmlns:a16="http://schemas.microsoft.com/office/drawing/2014/main" id="{B49AD4A2-9938-778F-8183-EFA6E1AC4D2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746721" y="11694337"/>
                <a:ext cx="4806892" cy="507831"/>
                <a:chOff x="1746721" y="11694337"/>
                <a:chExt cx="4806892" cy="507831"/>
              </a:xfrm>
            </p:grpSpPr>
            <p:sp>
              <p:nvSpPr>
                <p:cNvPr id="53" name="[Txtbox]Protect_bat_item_textbox">
                  <a:extLst>
                    <a:ext uri="{FF2B5EF4-FFF2-40B4-BE49-F238E27FC236}">
                      <a16:creationId xmlns:a16="http://schemas.microsoft.com/office/drawing/2014/main" id="{3B9BCA98-F689-7C10-2A18-2747EF28A36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11694337"/>
                  <a:ext cx="1922321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Protect battery</a:t>
                  </a:r>
                  <a:b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</a:br>
                  <a:r>
                    <a:rPr lang="en-US" sz="1100" b="1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Limit charging to 80%</a:t>
                  </a:r>
                  <a:endParaRPr lang="en-US" sz="16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endParaRPr>
                </a:p>
              </p:txBody>
            </p:sp>
            <p:pic>
              <p:nvPicPr>
                <p:cNvPr id="54" name="[Icon]Protect_battery">
                  <a:extLst>
                    <a:ext uri="{FF2B5EF4-FFF2-40B4-BE49-F238E27FC236}">
                      <a16:creationId xmlns:a16="http://schemas.microsoft.com/office/drawing/2014/main" id="{0F200618-658A-09D9-EC6F-8A30B0559F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46721" y="11765372"/>
                  <a:ext cx="314575" cy="365760"/>
                </a:xfrm>
                <a:prstGeom prst="rect">
                  <a:avLst/>
                </a:prstGeom>
              </p:spPr>
            </p:pic>
            <p:grpSp>
              <p:nvGrpSpPr>
                <p:cNvPr id="55" name="[Checkbox]Off_state">
                  <a:extLst>
                    <a:ext uri="{FF2B5EF4-FFF2-40B4-BE49-F238E27FC236}">
                      <a16:creationId xmlns:a16="http://schemas.microsoft.com/office/drawing/2014/main" id="{B1B655E2-F2B7-B7BD-F6A4-540F1B2121E3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45308" y="11817075"/>
                  <a:ext cx="508305" cy="262354"/>
                  <a:chOff x="6045308" y="11817075"/>
                  <a:chExt cx="508305" cy="262354"/>
                </a:xfrm>
              </p:grpSpPr>
              <p:sp>
                <p:nvSpPr>
                  <p:cNvPr id="56" name="[Track]">
                    <a:extLst>
                      <a:ext uri="{FF2B5EF4-FFF2-40B4-BE49-F238E27FC236}">
                        <a16:creationId xmlns:a16="http://schemas.microsoft.com/office/drawing/2014/main" id="{C9482D29-A824-B7EE-81B1-E2B153B0C25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45308" y="11817075"/>
                    <a:ext cx="508305" cy="262354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5400">
                    <a:solidFill>
                      <a:srgbClr val="2C64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" name="[Thumb]">
                    <a:extLst>
                      <a:ext uri="{FF2B5EF4-FFF2-40B4-BE49-F238E27FC236}">
                        <a16:creationId xmlns:a16="http://schemas.microsoft.com/office/drawing/2014/main" id="{1C18E6AE-ECC8-6051-884D-F88949CB769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92681" y="11847668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52" name="[Txtbox]Other_category">
                <a:extLst>
                  <a:ext uri="{FF2B5EF4-FFF2-40B4-BE49-F238E27FC236}">
                    <a16:creationId xmlns:a16="http://schemas.microsoft.com/office/drawing/2014/main" id="{9FABD086-5221-8016-1FA3-BC1B6FFB07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8401" y="11217049"/>
                <a:ext cx="7947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Others</a:t>
                </a:r>
              </a:p>
            </p:txBody>
          </p:sp>
        </p:grpSp>
        <p:grpSp>
          <p:nvGrpSpPr>
            <p:cNvPr id="12" name="Util_category">
              <a:extLst>
                <a:ext uri="{FF2B5EF4-FFF2-40B4-BE49-F238E27FC236}">
                  <a16:creationId xmlns:a16="http://schemas.microsoft.com/office/drawing/2014/main" id="{F521D095-DD63-2BA3-9710-A82C487E4DA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38401" y="8492855"/>
              <a:ext cx="5328159" cy="2591603"/>
              <a:chOff x="1438401" y="8492855"/>
              <a:chExt cx="5328159" cy="2591603"/>
            </a:xfrm>
          </p:grpSpPr>
          <p:sp>
            <p:nvSpPr>
              <p:cNvPr id="33" name="[Panel]Util_controller">
                <a:extLst>
                  <a:ext uri="{FF2B5EF4-FFF2-40B4-BE49-F238E27FC236}">
                    <a16:creationId xmlns:a16="http://schemas.microsoft.com/office/drawing/2014/main" id="{CD411EAF-D8C7-11DC-198A-3069BE8B94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8842934"/>
                <a:ext cx="5303520" cy="2241524"/>
              </a:xfrm>
              <a:prstGeom prst="roundRect">
                <a:avLst>
                  <a:gd name="adj" fmla="val 8179"/>
                </a:avLst>
              </a:prstGeom>
              <a:solidFill>
                <a:srgbClr val="303030"/>
              </a:solidFill>
              <a:ln w="38100">
                <a:noFill/>
              </a:ln>
              <a:effectLst>
                <a:outerShdw blurRad="50800" sx="101000" sy="101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[Txtbox]Util_category">
                <a:extLst>
                  <a:ext uri="{FF2B5EF4-FFF2-40B4-BE49-F238E27FC236}">
                    <a16:creationId xmlns:a16="http://schemas.microsoft.com/office/drawing/2014/main" id="{F0F4A04E-CC77-40F7-0571-A70C62A7B6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8401" y="8492855"/>
                <a:ext cx="13258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Util category</a:t>
                </a:r>
              </a:p>
            </p:txBody>
          </p:sp>
          <p:grpSp>
            <p:nvGrpSpPr>
              <p:cNvPr id="35" name="Monitor_item">
                <a:extLst>
                  <a:ext uri="{FF2B5EF4-FFF2-40B4-BE49-F238E27FC236}">
                    <a16:creationId xmlns:a16="http://schemas.microsoft.com/office/drawing/2014/main" id="{263F45F9-FD25-7E20-FC29-CE90E589493F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9048212"/>
                <a:ext cx="4882212" cy="338554"/>
                <a:chOff x="1677473" y="9048212"/>
                <a:chExt cx="4882212" cy="338554"/>
              </a:xfrm>
            </p:grpSpPr>
            <p:sp>
              <p:nvSpPr>
                <p:cNvPr id="45" name="[TxtBox]Monitor_item_content">
                  <a:extLst>
                    <a:ext uri="{FF2B5EF4-FFF2-40B4-BE49-F238E27FC236}">
                      <a16:creationId xmlns:a16="http://schemas.microsoft.com/office/drawing/2014/main" id="{7DF64199-9E61-E89D-0536-04ABA1BCCCB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9048212"/>
                  <a:ext cx="29537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Background monitoring</a:t>
                  </a:r>
                </a:p>
              </p:txBody>
            </p:sp>
            <p:grpSp>
              <p:nvGrpSpPr>
                <p:cNvPr id="46" name="[Checkbox]On_state">
                  <a:extLst>
                    <a:ext uri="{FF2B5EF4-FFF2-40B4-BE49-F238E27FC236}">
                      <a16:creationId xmlns:a16="http://schemas.microsoft.com/office/drawing/2014/main" id="{B583D35F-1C60-B9B7-1B1E-A25F77BFF77C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51381" y="9086312"/>
                  <a:ext cx="508304" cy="262354"/>
                  <a:chOff x="6051381" y="9086312"/>
                  <a:chExt cx="508304" cy="262354"/>
                </a:xfrm>
              </p:grpSpPr>
              <p:sp>
                <p:nvSpPr>
                  <p:cNvPr id="48" name="[Track]">
                    <a:extLst>
                      <a:ext uri="{FF2B5EF4-FFF2-40B4-BE49-F238E27FC236}">
                        <a16:creationId xmlns:a16="http://schemas.microsoft.com/office/drawing/2014/main" id="{1B00BE82-39EC-C72D-E0FC-522186EF1BC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51381" y="9086312"/>
                    <a:ext cx="508304" cy="26235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2C64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[Thumb]">
                    <a:extLst>
                      <a:ext uri="{FF2B5EF4-FFF2-40B4-BE49-F238E27FC236}">
                        <a16:creationId xmlns:a16="http://schemas.microsoft.com/office/drawing/2014/main" id="{6337ECBF-0B9D-CB47-4D34-1FEC28061A4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18036" y="9116905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47" name="[Icon]Monitor_icon">
                  <a:extLst>
                    <a:ext uri="{FF2B5EF4-FFF2-40B4-BE49-F238E27FC236}">
                      <a16:creationId xmlns:a16="http://schemas.microsoft.com/office/drawing/2014/main" id="{BB043466-25A8-7D79-A1E8-26A9A7E6CB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9116248"/>
                  <a:ext cx="365760" cy="202483"/>
                </a:xfrm>
                <a:prstGeom prst="rect">
                  <a:avLst/>
                </a:prstGeom>
              </p:spPr>
            </p:pic>
          </p:grpSp>
          <p:grpSp>
            <p:nvGrpSpPr>
              <p:cNvPr id="36" name="Custom_vibe_item">
                <a:extLst>
                  <a:ext uri="{FF2B5EF4-FFF2-40B4-BE49-F238E27FC236}">
                    <a16:creationId xmlns:a16="http://schemas.microsoft.com/office/drawing/2014/main" id="{F2B8A8CD-367E-DD5F-0767-7C459045B6A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10513067"/>
                <a:ext cx="2440169" cy="365760"/>
                <a:chOff x="1677473" y="10513067"/>
                <a:chExt cx="2440169" cy="365760"/>
              </a:xfrm>
            </p:grpSpPr>
            <p:sp>
              <p:nvSpPr>
                <p:cNvPr id="43" name="[Txtbox]Vibe_item_textbox">
                  <a:extLst>
                    <a:ext uri="{FF2B5EF4-FFF2-40B4-BE49-F238E27FC236}">
                      <a16:creationId xmlns:a16="http://schemas.microsoft.com/office/drawing/2014/main" id="{B2DB7351-1E41-D5F9-FBC6-A079F1459FF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10526670"/>
                  <a:ext cx="192270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Customize Vibe</a:t>
                  </a:r>
                </a:p>
              </p:txBody>
            </p:sp>
            <p:pic>
              <p:nvPicPr>
                <p:cNvPr id="44" name="[Icon]Vibe_icon">
                  <a:extLst>
                    <a:ext uri="{FF2B5EF4-FFF2-40B4-BE49-F238E27FC236}">
                      <a16:creationId xmlns:a16="http://schemas.microsoft.com/office/drawing/2014/main" id="{9EDD254A-A685-5261-6B57-ABB05C3B8C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10513067"/>
                  <a:ext cx="365760" cy="365760"/>
                </a:xfrm>
                <a:prstGeom prst="rect">
                  <a:avLst/>
                </a:prstGeom>
              </p:spPr>
            </p:pic>
          </p:grpSp>
          <p:grpSp>
            <p:nvGrpSpPr>
              <p:cNvPr id="37" name="Overlay_item">
                <a:extLst>
                  <a:ext uri="{FF2B5EF4-FFF2-40B4-BE49-F238E27FC236}">
                    <a16:creationId xmlns:a16="http://schemas.microsoft.com/office/drawing/2014/main" id="{16F5F097-DF7B-79A0-23B9-76FC7BB0E6D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9787321"/>
                <a:ext cx="4876140" cy="361072"/>
                <a:chOff x="1677473" y="9787321"/>
                <a:chExt cx="4876140" cy="361072"/>
              </a:xfrm>
            </p:grpSpPr>
            <p:sp>
              <p:nvSpPr>
                <p:cNvPr id="38" name="[Txtbox]Overlay_item_content">
                  <a:extLst>
                    <a:ext uri="{FF2B5EF4-FFF2-40B4-BE49-F238E27FC236}">
                      <a16:creationId xmlns:a16="http://schemas.microsoft.com/office/drawing/2014/main" id="{F0639A1B-1BDB-F4AD-46C7-038A8A2A0B7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9798580"/>
                  <a:ext cx="23994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Live battery overlay</a:t>
                  </a:r>
                </a:p>
              </p:txBody>
            </p:sp>
            <p:grpSp>
              <p:nvGrpSpPr>
                <p:cNvPr id="39" name="[Checkbox]Off_state">
                  <a:extLst>
                    <a:ext uri="{FF2B5EF4-FFF2-40B4-BE49-F238E27FC236}">
                      <a16:creationId xmlns:a16="http://schemas.microsoft.com/office/drawing/2014/main" id="{A466C6EB-79AC-D7FC-4BEC-B10AD59CF67D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45308" y="9836680"/>
                  <a:ext cx="508305" cy="262354"/>
                  <a:chOff x="6045308" y="9836680"/>
                  <a:chExt cx="508305" cy="262354"/>
                </a:xfrm>
              </p:grpSpPr>
              <p:sp>
                <p:nvSpPr>
                  <p:cNvPr id="41" name="[Track]">
                    <a:extLst>
                      <a:ext uri="{FF2B5EF4-FFF2-40B4-BE49-F238E27FC236}">
                        <a16:creationId xmlns:a16="http://schemas.microsoft.com/office/drawing/2014/main" id="{D46BD074-67B6-7553-1301-88A30AA664F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45308" y="9836680"/>
                    <a:ext cx="508305" cy="262354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5400">
                    <a:solidFill>
                      <a:srgbClr val="2C64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[Thumb]">
                    <a:extLst>
                      <a:ext uri="{FF2B5EF4-FFF2-40B4-BE49-F238E27FC236}">
                        <a16:creationId xmlns:a16="http://schemas.microsoft.com/office/drawing/2014/main" id="{0542801A-5C85-47B1-1545-7CE67536C3E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92681" y="9867273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40" name="[Icon]Overlay_icon">
                  <a:extLst>
                    <a:ext uri="{FF2B5EF4-FFF2-40B4-BE49-F238E27FC236}">
                      <a16:creationId xmlns:a16="http://schemas.microsoft.com/office/drawing/2014/main" id="{14B97FB0-E1C8-3BBD-3068-87B7554D68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9787321"/>
                  <a:ext cx="358516" cy="36107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" name="Controller_and_pin_panel">
              <a:extLst>
                <a:ext uri="{FF2B5EF4-FFF2-40B4-BE49-F238E27FC236}">
                  <a16:creationId xmlns:a16="http://schemas.microsoft.com/office/drawing/2014/main" id="{477BE20F-3889-59FF-E77D-77D81342473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90700" y="2444787"/>
              <a:ext cx="4648200" cy="5603368"/>
              <a:chOff x="1790700" y="2444787"/>
              <a:chExt cx="4648200" cy="5603368"/>
            </a:xfrm>
          </p:grpSpPr>
          <p:grpSp>
            <p:nvGrpSpPr>
              <p:cNvPr id="22" name="Controller_panel">
                <a:extLst>
                  <a:ext uri="{FF2B5EF4-FFF2-40B4-BE49-F238E27FC236}">
                    <a16:creationId xmlns:a16="http://schemas.microsoft.com/office/drawing/2014/main" id="{8EEFDABE-9B50-DC70-0F78-2EFFAD92A6B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790700" y="4238155"/>
                <a:ext cx="4648200" cy="3810000"/>
                <a:chOff x="1790700" y="4238155"/>
                <a:chExt cx="4648200" cy="3810000"/>
              </a:xfrm>
            </p:grpSpPr>
            <p:sp>
              <p:nvSpPr>
                <p:cNvPr id="30" name="[Panel]Ps4_controller">
                  <a:extLst>
                    <a:ext uri="{FF2B5EF4-FFF2-40B4-BE49-F238E27FC236}">
                      <a16:creationId xmlns:a16="http://schemas.microsoft.com/office/drawing/2014/main" id="{7E0711BB-19B8-786A-18C9-AD8CE268B43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90700" y="4238155"/>
                  <a:ext cx="4648200" cy="3810000"/>
                </a:xfrm>
                <a:prstGeom prst="roundRect">
                  <a:avLst>
                    <a:gd name="adj" fmla="val 7012"/>
                  </a:avLst>
                </a:prstGeom>
                <a:solidFill>
                  <a:srgbClr val="303030"/>
                </a:solidFill>
                <a:ln w="38100">
                  <a:solidFill>
                    <a:schemeClr val="tx1">
                      <a:lumMod val="95000"/>
                    </a:schemeClr>
                  </a:solidFill>
                </a:ln>
                <a:effectLst>
                  <a:outerShdw blurRad="292100" sx="106000" sy="106000" algn="ctr" rotWithShape="0">
                    <a:prstClr val="black">
                      <a:alpha val="6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1" name="[Icon]Ps4_controller">
                  <a:extLst>
                    <a:ext uri="{FF2B5EF4-FFF2-40B4-BE49-F238E27FC236}">
                      <a16:creationId xmlns:a16="http://schemas.microsoft.com/office/drawing/2014/main" id="{8CF4217E-ADEE-297E-6016-FC7A2421B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9400" y="5425944"/>
                  <a:ext cx="2590800" cy="1755272"/>
                </a:xfrm>
                <a:prstGeom prst="rect">
                  <a:avLst/>
                </a:prstGeom>
              </p:spPr>
            </p:pic>
            <p:sp>
              <p:nvSpPr>
                <p:cNvPr id="32" name="[Txtbox]Controller_connection_status">
                  <a:extLst>
                    <a:ext uri="{FF2B5EF4-FFF2-40B4-BE49-F238E27FC236}">
                      <a16:creationId xmlns:a16="http://schemas.microsoft.com/office/drawing/2014/main" id="{5058D5C7-A2A9-3767-9C3E-69A4E1D704F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98479" y="7383066"/>
                  <a:ext cx="403264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PlayStation 4 controller connected</a:t>
                  </a:r>
                </a:p>
              </p:txBody>
            </p:sp>
          </p:grpSp>
          <p:grpSp>
            <p:nvGrpSpPr>
              <p:cNvPr id="23" name="Controller_battery_status">
                <a:extLst>
                  <a:ext uri="{FF2B5EF4-FFF2-40B4-BE49-F238E27FC236}">
                    <a16:creationId xmlns:a16="http://schemas.microsoft.com/office/drawing/2014/main" id="{858A00AA-7FCC-164A-5787-B6CB275F2F5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048000" y="2444787"/>
                <a:ext cx="2133600" cy="2860168"/>
                <a:chOff x="3048000" y="2444787"/>
                <a:chExt cx="2133600" cy="2860168"/>
              </a:xfrm>
            </p:grpSpPr>
            <p:sp>
              <p:nvSpPr>
                <p:cNvPr id="24" name="[Panel]Pin_status">
                  <a:extLst>
                    <a:ext uri="{FF2B5EF4-FFF2-40B4-BE49-F238E27FC236}">
                      <a16:creationId xmlns:a16="http://schemas.microsoft.com/office/drawing/2014/main" id="{2E754270-39AF-D0A4-4C34-D1289877208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48000" y="3171355"/>
                  <a:ext cx="2133600" cy="2133600"/>
                </a:xfrm>
                <a:custGeom>
                  <a:avLst/>
                  <a:gdLst>
                    <a:gd name="connsiteX0" fmla="*/ 762000 w 1524000"/>
                    <a:gd name="connsiteY0" fmla="*/ 0 h 1524000"/>
                    <a:gd name="connsiteX1" fmla="*/ 1524000 w 1524000"/>
                    <a:gd name="connsiteY1" fmla="*/ 762000 h 1524000"/>
                    <a:gd name="connsiteX2" fmla="*/ 762000 w 1524000"/>
                    <a:gd name="connsiteY2" fmla="*/ 1524000 h 1524000"/>
                    <a:gd name="connsiteX3" fmla="*/ 0 w 1524000"/>
                    <a:gd name="connsiteY3" fmla="*/ 762000 h 1524000"/>
                    <a:gd name="connsiteX4" fmla="*/ 762000 w 1524000"/>
                    <a:gd name="connsiteY4" fmla="*/ 0 h 152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0" h="1524000">
                      <a:moveTo>
                        <a:pt x="762000" y="0"/>
                      </a:moveTo>
                      <a:cubicBezTo>
                        <a:pt x="1182841" y="0"/>
                        <a:pt x="1524000" y="341159"/>
                        <a:pt x="1524000" y="762000"/>
                      </a:cubicBezTo>
                      <a:cubicBezTo>
                        <a:pt x="1524000" y="1182841"/>
                        <a:pt x="1182841" y="1524000"/>
                        <a:pt x="762000" y="1524000"/>
                      </a:cubicBezTo>
                      <a:cubicBezTo>
                        <a:pt x="341159" y="1524000"/>
                        <a:pt x="0" y="1182841"/>
                        <a:pt x="0" y="762000"/>
                      </a:cubicBezTo>
                      <a:cubicBezTo>
                        <a:pt x="0" y="341159"/>
                        <a:pt x="341159" y="0"/>
                        <a:pt x="762000" y="0"/>
                      </a:cubicBezTo>
                      <a:close/>
                    </a:path>
                  </a:pathLst>
                </a:custGeom>
                <a:solidFill>
                  <a:srgbClr val="3F3F3F"/>
                </a:solidFill>
                <a:ln>
                  <a:solidFill>
                    <a:schemeClr val="tx1">
                      <a:lumMod val="95000"/>
                    </a:schemeClr>
                  </a:solidFill>
                </a:ln>
                <a:effectLst>
                  <a:outerShdw blurRad="254000" sx="108000" sy="108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[Txtbox]Pin_value">
                  <a:extLst>
                    <a:ext uri="{FF2B5EF4-FFF2-40B4-BE49-F238E27FC236}">
                      <a16:creationId xmlns:a16="http://schemas.microsoft.com/office/drawing/2014/main" id="{7522DB41-4646-FBD5-4C78-2B2B82C1064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7214" y="3945767"/>
                  <a:ext cx="10951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b="1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78 %</a:t>
                  </a:r>
                </a:p>
              </p:txBody>
            </p:sp>
            <p:sp>
              <p:nvSpPr>
                <p:cNvPr id="26" name="[CircleProgress]Background_pin_bar">
                  <a:extLst>
                    <a:ext uri="{FF2B5EF4-FFF2-40B4-BE49-F238E27FC236}">
                      <a16:creationId xmlns:a16="http://schemas.microsoft.com/office/drawing/2014/main" id="{99C8A9DD-172F-786B-B672-8700BE08214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6184584"/>
                  </a:avLst>
                </a:prstGeom>
                <a:noFill/>
                <a:ln w="130175"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[CircleProgress]Current_pin_value">
                  <a:extLst>
                    <a:ext uri="{FF2B5EF4-FFF2-40B4-BE49-F238E27FC236}">
                      <a16:creationId xmlns:a16="http://schemas.microsoft.com/office/drawing/2014/main" id="{F63B3E6F-9D86-271C-A2FF-0B391A57E06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2338501"/>
                  </a:avLst>
                </a:prstGeom>
                <a:noFill/>
                <a:ln w="130175">
                  <a:gradFill flip="none" rotWithShape="1">
                    <a:gsLst>
                      <a:gs pos="73000">
                        <a:srgbClr val="F9D3A3"/>
                      </a:gs>
                      <a:gs pos="50000">
                        <a:srgbClr val="9FF2F0"/>
                      </a:gs>
                      <a:gs pos="17000">
                        <a:srgbClr val="A0B9FF"/>
                      </a:gs>
                    </a:gsLst>
                    <a:lin ang="10800000" scaled="0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[Effect]Pin_progress_glow">
                  <a:extLst>
                    <a:ext uri="{FF2B5EF4-FFF2-40B4-BE49-F238E27FC236}">
                      <a16:creationId xmlns:a16="http://schemas.microsoft.com/office/drawing/2014/main" id="{ED456F68-E1CE-1C02-DCAF-085F92CF774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3097544"/>
                  </a:avLst>
                </a:prstGeom>
                <a:noFill/>
                <a:ln w="415925">
                  <a:gradFill flip="none" rotWithShape="1">
                    <a:gsLst>
                      <a:gs pos="66000">
                        <a:srgbClr val="F39327"/>
                      </a:gs>
                      <a:gs pos="50000">
                        <a:srgbClr val="2FE6DE"/>
                      </a:gs>
                      <a:gs pos="100000">
                        <a:srgbClr val="C18A37"/>
                      </a:gs>
                      <a:gs pos="17000">
                        <a:srgbClr val="2C64FF"/>
                      </a:gs>
                    </a:gsLst>
                    <a:lin ang="10800000" scaled="0"/>
                    <a:tileRect/>
                  </a:gradFill>
                </a:ln>
                <a:effectLst>
                  <a:softEdge rad="13970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9" name="[Icon]Charging">
                  <a:extLst>
                    <a:ext uri="{FF2B5EF4-FFF2-40B4-BE49-F238E27FC236}">
                      <a16:creationId xmlns:a16="http://schemas.microsoft.com/office/drawing/2014/main" id="{D51F4E73-A723-BD7E-1F5C-A30C592420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72401" y="2444787"/>
                  <a:ext cx="884798" cy="1453136"/>
                </a:xfrm>
                <a:prstGeom prst="rect">
                  <a:avLst/>
                </a:prstGeom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p:spPr>
            </p:pic>
          </p:grpSp>
        </p:grpSp>
        <p:pic>
          <p:nvPicPr>
            <p:cNvPr id="14" name="[Icon]More_option_icon">
              <a:extLst>
                <a:ext uri="{FF2B5EF4-FFF2-40B4-BE49-F238E27FC236}">
                  <a16:creationId xmlns:a16="http://schemas.microsoft.com/office/drawing/2014/main" id="{5056559A-09DC-A069-9EC0-26B19A90A8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78202" y="1658887"/>
              <a:ext cx="97227" cy="365760"/>
            </a:xfrm>
            <a:prstGeom prst="rect">
              <a:avLst/>
            </a:prstGeom>
          </p:spPr>
        </p:pic>
        <p:sp>
          <p:nvSpPr>
            <p:cNvPr id="15" name="App_title">
              <a:extLst>
                <a:ext uri="{FF2B5EF4-FFF2-40B4-BE49-F238E27FC236}">
                  <a16:creationId xmlns:a16="http://schemas.microsoft.com/office/drawing/2014/main" id="{A0653999-E281-B4CA-372C-845DBE57B8E8}"/>
                </a:ext>
              </a:extLst>
            </p:cNvPr>
            <p:cNvSpPr txBox="1">
              <a:spLocks/>
            </p:cNvSpPr>
            <p:nvPr/>
          </p:nvSpPr>
          <p:spPr>
            <a:xfrm>
              <a:off x="1466019" y="1621824"/>
              <a:ext cx="18020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GLIMPSE</a:t>
              </a:r>
            </a:p>
          </p:txBody>
        </p:sp>
        <p:cxnSp>
          <p:nvCxnSpPr>
            <p:cNvPr id="16" name="List_separator">
              <a:extLst>
                <a:ext uri="{FF2B5EF4-FFF2-40B4-BE49-F238E27FC236}">
                  <a16:creationId xmlns:a16="http://schemas.microsoft.com/office/drawing/2014/main" id="{D3FAB4D2-7AE5-C160-8528-58C17E11355D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9593513"/>
              <a:ext cx="5089087" cy="0"/>
            </a:xfrm>
            <a:prstGeom prst="line">
              <a:avLst/>
            </a:prstGeom>
            <a:ln w="127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st_separator">
              <a:extLst>
                <a:ext uri="{FF2B5EF4-FFF2-40B4-BE49-F238E27FC236}">
                  <a16:creationId xmlns:a16="http://schemas.microsoft.com/office/drawing/2014/main" id="{F3D16570-05BA-0F1A-86C3-41BB5B06F8A5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10342202"/>
              <a:ext cx="5089087" cy="0"/>
            </a:xfrm>
            <a:prstGeom prst="line">
              <a:avLst/>
            </a:prstGeom>
            <a:ln w="127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SYSTEM_AREA">
              <a:extLst>
                <a:ext uri="{FF2B5EF4-FFF2-40B4-BE49-F238E27FC236}">
                  <a16:creationId xmlns:a16="http://schemas.microsoft.com/office/drawing/2014/main" id="{6E2B137B-1784-6E70-9A1A-2C67BDC9ACB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76362" y="914400"/>
              <a:ext cx="5486400" cy="402336"/>
              <a:chOff x="1376362" y="914400"/>
              <a:chExt cx="5486400" cy="402336"/>
            </a:xfrm>
          </p:grpSpPr>
          <p:sp>
            <p:nvSpPr>
              <p:cNvPr id="19" name="SYSTEM_STATUS_BAR_AREA">
                <a:extLst>
                  <a:ext uri="{FF2B5EF4-FFF2-40B4-BE49-F238E27FC236}">
                    <a16:creationId xmlns:a16="http://schemas.microsoft.com/office/drawing/2014/main" id="{81482C8F-0D1A-59E7-0498-2CAC14736D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362" y="914400"/>
                <a:ext cx="5486400" cy="402336"/>
              </a:xfrm>
              <a:prstGeom prst="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SYSTEM_PIN">
                <a:extLst>
                  <a:ext uri="{FF2B5EF4-FFF2-40B4-BE49-F238E27FC236}">
                    <a16:creationId xmlns:a16="http://schemas.microsoft.com/office/drawing/2014/main" id="{AE13B492-2BCE-FABE-2727-1EF8073998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59412" y="1001268"/>
                <a:ext cx="607148" cy="2286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100</a:t>
                </a:r>
              </a:p>
            </p:txBody>
          </p:sp>
          <p:sp>
            <p:nvSpPr>
              <p:cNvPr id="21" name="SYSTEM_CLOCK">
                <a:extLst>
                  <a:ext uri="{FF2B5EF4-FFF2-40B4-BE49-F238E27FC236}">
                    <a16:creationId xmlns:a16="http://schemas.microsoft.com/office/drawing/2014/main" id="{56646EF8-B6F3-C4F9-0780-2182CBA970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2565" y="935919"/>
                <a:ext cx="7988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22:11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127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750</TotalTime>
  <Words>364</Words>
  <Application>Microsoft Office PowerPoint</Application>
  <PresentationFormat>Custom</PresentationFormat>
  <Paragraphs>62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Calibri Light</vt:lpstr>
      <vt:lpstr>Samsung Sharp Sans</vt:lpstr>
      <vt:lpstr>Calibri</vt:lpstr>
      <vt:lpstr>Arial</vt:lpstr>
      <vt:lpstr>Office 2013 - 2022 Theme</vt:lpstr>
      <vt:lpstr>Packager Shell Object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Huy</dc:creator>
  <cp:lastModifiedBy>Tran Huy</cp:lastModifiedBy>
  <cp:revision>23</cp:revision>
  <dcterms:created xsi:type="dcterms:W3CDTF">2026-04-04T09:27:42Z</dcterms:created>
  <dcterms:modified xsi:type="dcterms:W3CDTF">2026-04-07T16:26:54Z</dcterms:modified>
</cp:coreProperties>
</file>