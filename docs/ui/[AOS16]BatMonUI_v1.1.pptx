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"/>
  </p:notesMasterIdLst>
  <p:sldIdLst>
    <p:sldId id="256" r:id="rId2"/>
  </p:sldIdLst>
  <p:sldSz cx="35661600" cy="1645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3030"/>
    <a:srgbClr val="262626"/>
    <a:srgbClr val="375E7F"/>
    <a:srgbClr val="002E3E"/>
    <a:srgbClr val="FFCB58"/>
    <a:srgbClr val="F39327"/>
    <a:srgbClr val="F29B32"/>
    <a:srgbClr val="EEB65F"/>
    <a:srgbClr val="1C2627"/>
    <a:srgbClr val="FDBA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068" autoAdjust="0"/>
  </p:normalViewPr>
  <p:slideViewPr>
    <p:cSldViewPr>
      <p:cViewPr>
        <p:scale>
          <a:sx n="50" d="100"/>
          <a:sy n="50" d="100"/>
        </p:scale>
        <p:origin x="3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78F31E-ED57-46A6-93D2-21AD535DCF0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1143000"/>
            <a:ext cx="66865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C8015A-C403-4013-8420-374044842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319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8015A-C403-4013-8420-3740448423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70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7700" y="2693671"/>
            <a:ext cx="26746200" cy="5730240"/>
          </a:xfrm>
        </p:spPr>
        <p:txBody>
          <a:bodyPr anchor="b"/>
          <a:lstStyle>
            <a:lvl1pPr algn="ctr">
              <a:defRPr sz="1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57700" y="8644891"/>
            <a:ext cx="26746200" cy="3973829"/>
          </a:xfrm>
        </p:spPr>
        <p:txBody>
          <a:bodyPr/>
          <a:lstStyle>
            <a:lvl1pPr marL="0" indent="0" algn="ctr">
              <a:buNone/>
              <a:defRPr sz="5760"/>
            </a:lvl1pPr>
            <a:lvl2pPr marL="1097280" indent="0" algn="ctr">
              <a:buNone/>
              <a:defRPr sz="4800"/>
            </a:lvl2pPr>
            <a:lvl3pPr marL="2194560" indent="0" algn="ctr">
              <a:buNone/>
              <a:defRPr sz="4320"/>
            </a:lvl3pPr>
            <a:lvl4pPr marL="3291840" indent="0" algn="ctr">
              <a:buNone/>
              <a:defRPr sz="3840"/>
            </a:lvl4pPr>
            <a:lvl5pPr marL="4389120" indent="0" algn="ctr">
              <a:buNone/>
              <a:defRPr sz="3840"/>
            </a:lvl5pPr>
            <a:lvl6pPr marL="5486400" indent="0" algn="ctr">
              <a:buNone/>
              <a:defRPr sz="3840"/>
            </a:lvl6pPr>
            <a:lvl7pPr marL="6583680" indent="0" algn="ctr">
              <a:buNone/>
              <a:defRPr sz="3840"/>
            </a:lvl7pPr>
            <a:lvl8pPr marL="7680960" indent="0" algn="ctr">
              <a:buNone/>
              <a:defRPr sz="3840"/>
            </a:lvl8pPr>
            <a:lvl9pPr marL="8778240" indent="0" algn="ctr">
              <a:buNone/>
              <a:defRPr sz="38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60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010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3161" y="4103372"/>
            <a:ext cx="30758130" cy="6846569"/>
          </a:xfrm>
        </p:spPr>
        <p:txBody>
          <a:bodyPr anchor="b"/>
          <a:lstStyle>
            <a:lvl1pPr>
              <a:defRPr sz="1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3161" y="11014712"/>
            <a:ext cx="30758130" cy="3600449"/>
          </a:xfrm>
        </p:spPr>
        <p:txBody>
          <a:bodyPr/>
          <a:lstStyle>
            <a:lvl1pPr marL="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1pPr>
            <a:lvl2pPr marL="109728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2pPr>
            <a:lvl3pPr marL="2194560" indent="0">
              <a:buNone/>
              <a:defRPr sz="4320">
                <a:solidFill>
                  <a:schemeClr val="tx1">
                    <a:tint val="75000"/>
                  </a:schemeClr>
                </a:solidFill>
              </a:defRPr>
            </a:lvl3pPr>
            <a:lvl4pPr marL="329184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4pPr>
            <a:lvl5pPr marL="438912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5pPr>
            <a:lvl6pPr marL="548640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6pPr>
            <a:lvl7pPr marL="658368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7pPr>
            <a:lvl8pPr marL="768096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8pPr>
            <a:lvl9pPr marL="877824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561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51735" y="4381500"/>
            <a:ext cx="15156180" cy="104432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053685" y="4381500"/>
            <a:ext cx="15156180" cy="104432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51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380" y="876301"/>
            <a:ext cx="30758130" cy="31813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381" y="4034791"/>
            <a:ext cx="15086527" cy="1977389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56381" y="6012180"/>
            <a:ext cx="15086527" cy="88430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053685" y="4034791"/>
            <a:ext cx="15160825" cy="1977389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053685" y="6012180"/>
            <a:ext cx="15160825" cy="88430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937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936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504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381" y="1097280"/>
            <a:ext cx="11501793" cy="384048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60825" y="2369821"/>
            <a:ext cx="18053685" cy="11696700"/>
          </a:xfrm>
        </p:spPr>
        <p:txBody>
          <a:bodyPr/>
          <a:lstStyle>
            <a:lvl1pPr>
              <a:defRPr sz="7680"/>
            </a:lvl1pPr>
            <a:lvl2pPr>
              <a:defRPr sz="6720"/>
            </a:lvl2pPr>
            <a:lvl3pPr>
              <a:defRPr sz="5760"/>
            </a:lvl3pPr>
            <a:lvl4pPr>
              <a:defRPr sz="4800"/>
            </a:lvl4pPr>
            <a:lvl5pPr>
              <a:defRPr sz="4800"/>
            </a:lvl5pPr>
            <a:lvl6pPr>
              <a:defRPr sz="4800"/>
            </a:lvl6pPr>
            <a:lvl7pPr>
              <a:defRPr sz="4800"/>
            </a:lvl7pPr>
            <a:lvl8pPr>
              <a:defRPr sz="4800"/>
            </a:lvl8pPr>
            <a:lvl9pPr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56381" y="4937760"/>
            <a:ext cx="11501793" cy="9147811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675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381" y="1097280"/>
            <a:ext cx="11501793" cy="384048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160825" y="2369821"/>
            <a:ext cx="18053685" cy="11696700"/>
          </a:xfrm>
        </p:spPr>
        <p:txBody>
          <a:bodyPr anchor="t"/>
          <a:lstStyle>
            <a:lvl1pPr marL="0" indent="0">
              <a:buNone/>
              <a:defRPr sz="7680"/>
            </a:lvl1pPr>
            <a:lvl2pPr marL="1097280" indent="0">
              <a:buNone/>
              <a:defRPr sz="6720"/>
            </a:lvl2pPr>
            <a:lvl3pPr marL="2194560" indent="0">
              <a:buNone/>
              <a:defRPr sz="5760"/>
            </a:lvl3pPr>
            <a:lvl4pPr marL="3291840" indent="0">
              <a:buNone/>
              <a:defRPr sz="4800"/>
            </a:lvl4pPr>
            <a:lvl5pPr marL="4389120" indent="0">
              <a:buNone/>
              <a:defRPr sz="4800"/>
            </a:lvl5pPr>
            <a:lvl6pPr marL="5486400" indent="0">
              <a:buNone/>
              <a:defRPr sz="4800"/>
            </a:lvl6pPr>
            <a:lvl7pPr marL="6583680" indent="0">
              <a:buNone/>
              <a:defRPr sz="4800"/>
            </a:lvl7pPr>
            <a:lvl8pPr marL="7680960" indent="0">
              <a:buNone/>
              <a:defRPr sz="4800"/>
            </a:lvl8pPr>
            <a:lvl9pPr marL="8778240" indent="0">
              <a:buNone/>
              <a:defRPr sz="4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56381" y="4937760"/>
            <a:ext cx="11501793" cy="9147811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834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351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520332" y="876300"/>
            <a:ext cx="7689533" cy="139484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51735" y="876300"/>
            <a:ext cx="22622828" cy="139484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79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51735" y="876301"/>
            <a:ext cx="30758130" cy="3181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1735" y="4381500"/>
            <a:ext cx="30758130" cy="104432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51735" y="15255241"/>
            <a:ext cx="802386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6A509-4C1A-46FE-82B6-6A64FCED77B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812905" y="15255241"/>
            <a:ext cx="1203579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186005" y="15255241"/>
            <a:ext cx="802386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815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2194560" rtl="0" eaLnBrk="1" latinLnBrk="0" hangingPunct="1">
        <a:lnSpc>
          <a:spcPct val="90000"/>
        </a:lnSpc>
        <a:spcBef>
          <a:spcPct val="0"/>
        </a:spcBef>
        <a:buNone/>
        <a:defRPr sz="105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8640" indent="-548640" algn="l" defTabSz="219456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8404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93776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603504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71323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82296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93268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1945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3pPr>
      <a:lvl4pPr marL="32918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38912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548640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65836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76809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87782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[Phone]Container">
            <a:extLst>
              <a:ext uri="{FF2B5EF4-FFF2-40B4-BE49-F238E27FC236}">
                <a16:creationId xmlns:a16="http://schemas.microsoft.com/office/drawing/2014/main" id="{76F6BCB7-0A4F-73EA-D6A9-3471705112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1600" y="914400"/>
            <a:ext cx="5486400" cy="118872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16" name="[Panel]Ps4_controller">
            <a:extLst>
              <a:ext uri="{FF2B5EF4-FFF2-40B4-BE49-F238E27FC236}">
                <a16:creationId xmlns:a16="http://schemas.microsoft.com/office/drawing/2014/main" id="{3C2CDAC3-A7BE-74D9-A586-236324BD4C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0700" y="3276600"/>
            <a:ext cx="4648200" cy="4572000"/>
          </a:xfrm>
          <a:prstGeom prst="roundRect">
            <a:avLst>
              <a:gd name="adj" fmla="val 7012"/>
            </a:avLst>
          </a:prstGeom>
          <a:solidFill>
            <a:srgbClr val="303030"/>
          </a:solidFill>
          <a:ln w="38100"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[Icon]Ps4_controller">
            <a:extLst>
              <a:ext uri="{FF2B5EF4-FFF2-40B4-BE49-F238E27FC236}">
                <a16:creationId xmlns:a16="http://schemas.microsoft.com/office/drawing/2014/main" id="{580F3E39-9AEC-2E9E-4E15-6ACFDADFB0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19400" y="4797928"/>
            <a:ext cx="2590800" cy="1755272"/>
          </a:xfrm>
          <a:prstGeom prst="rect">
            <a:avLst/>
          </a:pr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623797E-4D41-6BBB-F289-E30CED7AE2DA}"/>
              </a:ext>
            </a:extLst>
          </p:cNvPr>
          <p:cNvSpPr/>
          <p:nvPr/>
        </p:nvSpPr>
        <p:spPr>
          <a:xfrm>
            <a:off x="3048000" y="2209800"/>
            <a:ext cx="2133600" cy="2133600"/>
          </a:xfrm>
          <a:custGeom>
            <a:avLst/>
            <a:gdLst>
              <a:gd name="connsiteX0" fmla="*/ 762000 w 1524000"/>
              <a:gd name="connsiteY0" fmla="*/ 0 h 1524000"/>
              <a:gd name="connsiteX1" fmla="*/ 1524000 w 1524000"/>
              <a:gd name="connsiteY1" fmla="*/ 762000 h 1524000"/>
              <a:gd name="connsiteX2" fmla="*/ 762000 w 1524000"/>
              <a:gd name="connsiteY2" fmla="*/ 1524000 h 1524000"/>
              <a:gd name="connsiteX3" fmla="*/ 0 w 1524000"/>
              <a:gd name="connsiteY3" fmla="*/ 762000 h 1524000"/>
              <a:gd name="connsiteX4" fmla="*/ 762000 w 1524000"/>
              <a:gd name="connsiteY4" fmla="*/ 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0" h="1524000">
                <a:moveTo>
                  <a:pt x="762000" y="0"/>
                </a:moveTo>
                <a:cubicBezTo>
                  <a:pt x="1182841" y="0"/>
                  <a:pt x="1524000" y="341159"/>
                  <a:pt x="1524000" y="762000"/>
                </a:cubicBezTo>
                <a:cubicBezTo>
                  <a:pt x="1524000" y="1182841"/>
                  <a:pt x="1182841" y="1524000"/>
                  <a:pt x="762000" y="1524000"/>
                </a:cubicBezTo>
                <a:cubicBezTo>
                  <a:pt x="341159" y="1524000"/>
                  <a:pt x="0" y="1182841"/>
                  <a:pt x="0" y="762000"/>
                </a:cubicBezTo>
                <a:cubicBezTo>
                  <a:pt x="0" y="341159"/>
                  <a:pt x="341159" y="0"/>
                  <a:pt x="762000" y="0"/>
                </a:cubicBezTo>
                <a:close/>
              </a:path>
            </a:pathLst>
          </a:custGeom>
          <a:solidFill>
            <a:srgbClr val="3F3F3F"/>
          </a:solidFill>
          <a:ln>
            <a:solidFill>
              <a:schemeClr val="tx1">
                <a:lumMod val="95000"/>
              </a:schemeClr>
            </a:solidFill>
          </a:ln>
          <a:effectLst>
            <a:outerShdw blurRad="254000" sx="108000" sy="10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98D06B-8FB0-DC22-B70E-6054408A8450}"/>
              </a:ext>
            </a:extLst>
          </p:cNvPr>
          <p:cNvSpPr txBox="1"/>
          <p:nvPr/>
        </p:nvSpPr>
        <p:spPr>
          <a:xfrm>
            <a:off x="3567214" y="2984212"/>
            <a:ext cx="10951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78 %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27EA698-1684-F6DA-394F-8F3C7B0241FF}"/>
              </a:ext>
            </a:extLst>
          </p:cNvPr>
          <p:cNvSpPr txBox="1"/>
          <p:nvPr/>
        </p:nvSpPr>
        <p:spPr>
          <a:xfrm>
            <a:off x="2098479" y="7031623"/>
            <a:ext cx="403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PlayStation 4 controller connected</a:t>
            </a:r>
          </a:p>
        </p:txBody>
      </p:sp>
      <p:sp>
        <p:nvSpPr>
          <p:cNvPr id="42" name="[Panel]Util_controller">
            <a:extLst>
              <a:ext uri="{FF2B5EF4-FFF2-40B4-BE49-F238E27FC236}">
                <a16:creationId xmlns:a16="http://schemas.microsoft.com/office/drawing/2014/main" id="{4C473878-DC97-900A-0AF2-AC6C84448B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0700" y="8838984"/>
            <a:ext cx="4648200" cy="2039112"/>
          </a:xfrm>
          <a:prstGeom prst="roundRect">
            <a:avLst>
              <a:gd name="adj" fmla="val 7012"/>
            </a:avLst>
          </a:prstGeom>
          <a:solidFill>
            <a:srgbClr val="303030"/>
          </a:solidFill>
          <a:ln w="3810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[Txtbox]Util_category">
            <a:extLst>
              <a:ext uri="{FF2B5EF4-FFF2-40B4-BE49-F238E27FC236}">
                <a16:creationId xmlns:a16="http://schemas.microsoft.com/office/drawing/2014/main" id="{D017935F-0DC9-98B3-FCA5-1B40CC97874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08629" y="8328528"/>
            <a:ext cx="13258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bg1">
                    <a:lumMod val="50000"/>
                    <a:lumOff val="50000"/>
                  </a:schemeClr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Util category</a:t>
            </a:r>
          </a:p>
        </p:txBody>
      </p:sp>
      <p:grpSp>
        <p:nvGrpSpPr>
          <p:cNvPr id="102" name="Monitor_item">
            <a:extLst>
              <a:ext uri="{FF2B5EF4-FFF2-40B4-BE49-F238E27FC236}">
                <a16:creationId xmlns:a16="http://schemas.microsoft.com/office/drawing/2014/main" id="{575A0299-5EB1-2D7C-C6EA-D919131A098B}"/>
              </a:ext>
            </a:extLst>
          </p:cNvPr>
          <p:cNvGrpSpPr/>
          <p:nvPr/>
        </p:nvGrpSpPr>
        <p:grpSpPr>
          <a:xfrm>
            <a:off x="1987619" y="9053650"/>
            <a:ext cx="4181602" cy="338554"/>
            <a:chOff x="1987619" y="9053650"/>
            <a:chExt cx="4181602" cy="338554"/>
          </a:xfrm>
        </p:grpSpPr>
        <p:sp>
          <p:nvSpPr>
            <p:cNvPr id="43" name="[TxtBox]Monitor_item_content">
              <a:extLst>
                <a:ext uri="{FF2B5EF4-FFF2-40B4-BE49-F238E27FC236}">
                  <a16:creationId xmlns:a16="http://schemas.microsoft.com/office/drawing/2014/main" id="{45375B94-388A-64B4-79EE-E438AC89B83F}"/>
                </a:ext>
              </a:extLst>
            </p:cNvPr>
            <p:cNvSpPr txBox="1"/>
            <p:nvPr/>
          </p:nvSpPr>
          <p:spPr>
            <a:xfrm>
              <a:off x="2456443" y="9053650"/>
              <a:ext cx="29537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Samsung Sharp Sans" panose="02000503000000020004" pitchFamily="50" charset="0"/>
                  <a:ea typeface="Samsung Sharp Sans" panose="02000503000000020004" pitchFamily="50" charset="0"/>
                  <a:cs typeface="Samsung Sharp Sans" panose="02000503000000020004" pitchFamily="50" charset="0"/>
                </a:rPr>
                <a:t>Background monitoring</a:t>
              </a:r>
            </a:p>
          </p:txBody>
        </p:sp>
        <p:grpSp>
          <p:nvGrpSpPr>
            <p:cNvPr id="66" name="[Checkbox]On_state">
              <a:extLst>
                <a:ext uri="{FF2B5EF4-FFF2-40B4-BE49-F238E27FC236}">
                  <a16:creationId xmlns:a16="http://schemas.microsoft.com/office/drawing/2014/main" id="{B0E0C8E8-3EF7-4597-56B5-18CAC3FD6A90}"/>
                </a:ext>
              </a:extLst>
            </p:cNvPr>
            <p:cNvGrpSpPr/>
            <p:nvPr/>
          </p:nvGrpSpPr>
          <p:grpSpPr>
            <a:xfrm>
              <a:off x="5600700" y="9091750"/>
              <a:ext cx="568521" cy="262354"/>
              <a:chOff x="5600700" y="9107406"/>
              <a:chExt cx="568521" cy="262354"/>
            </a:xfrm>
          </p:grpSpPr>
          <p:sp>
            <p:nvSpPr>
              <p:cNvPr id="46" name="[Track]">
                <a:extLst>
                  <a:ext uri="{FF2B5EF4-FFF2-40B4-BE49-F238E27FC236}">
                    <a16:creationId xmlns:a16="http://schemas.microsoft.com/office/drawing/2014/main" id="{07F2CF30-6D96-82A8-86A9-288B77D177F9}"/>
                  </a:ext>
                </a:extLst>
              </p:cNvPr>
              <p:cNvSpPr/>
              <p:nvPr/>
            </p:nvSpPr>
            <p:spPr>
              <a:xfrm>
                <a:off x="5600700" y="9107406"/>
                <a:ext cx="568521" cy="262354"/>
              </a:xfrm>
              <a:prstGeom prst="roundRect">
                <a:avLst>
                  <a:gd name="adj" fmla="val 50000"/>
                </a:avLst>
              </a:prstGeom>
              <a:solidFill>
                <a:srgbClr val="375E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[Thumb]">
                <a:extLst>
                  <a:ext uri="{FF2B5EF4-FFF2-40B4-BE49-F238E27FC236}">
                    <a16:creationId xmlns:a16="http://schemas.microsoft.com/office/drawing/2014/main" id="{109549E9-BE73-6F92-2C76-0BDABCC83C5E}"/>
                  </a:ext>
                </a:extLst>
              </p:cNvPr>
              <p:cNvSpPr/>
              <p:nvPr/>
            </p:nvSpPr>
            <p:spPr>
              <a:xfrm>
                <a:off x="5927572" y="9137999"/>
                <a:ext cx="201168" cy="201168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65" name="[Icon]Monitor_icon">
              <a:extLst>
                <a:ext uri="{FF2B5EF4-FFF2-40B4-BE49-F238E27FC236}">
                  <a16:creationId xmlns:a16="http://schemas.microsoft.com/office/drawing/2014/main" id="{AB17E894-30ED-78A1-5792-60809EEEBA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987619" y="9116233"/>
              <a:ext cx="365760" cy="202483"/>
            </a:xfrm>
            <a:prstGeom prst="rect">
              <a:avLst/>
            </a:prstGeom>
          </p:spPr>
        </p:pic>
      </p:grpSp>
      <p:grpSp>
        <p:nvGrpSpPr>
          <p:cNvPr id="7" name="Vibe_item">
            <a:extLst>
              <a:ext uri="{FF2B5EF4-FFF2-40B4-BE49-F238E27FC236}">
                <a16:creationId xmlns:a16="http://schemas.microsoft.com/office/drawing/2014/main" id="{2BD59C55-84BC-3D03-1215-7D71A2C96CAA}"/>
              </a:ext>
            </a:extLst>
          </p:cNvPr>
          <p:cNvGrpSpPr/>
          <p:nvPr/>
        </p:nvGrpSpPr>
        <p:grpSpPr>
          <a:xfrm>
            <a:off x="1987619" y="10299326"/>
            <a:ext cx="2391530" cy="365760"/>
            <a:chOff x="1987619" y="10299326"/>
            <a:chExt cx="2391530" cy="365760"/>
          </a:xfrm>
        </p:grpSpPr>
        <p:sp>
          <p:nvSpPr>
            <p:cNvPr id="45" name="[Txtbox]Vibe_item_textbox">
              <a:extLst>
                <a:ext uri="{FF2B5EF4-FFF2-40B4-BE49-F238E27FC236}">
                  <a16:creationId xmlns:a16="http://schemas.microsoft.com/office/drawing/2014/main" id="{47563BE6-B3C3-2159-4473-6B9C748598B1}"/>
                </a:ext>
              </a:extLst>
            </p:cNvPr>
            <p:cNvSpPr txBox="1"/>
            <p:nvPr/>
          </p:nvSpPr>
          <p:spPr>
            <a:xfrm>
              <a:off x="2456443" y="10312929"/>
              <a:ext cx="19227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Samsung Sharp Sans" panose="02000503000000020004" pitchFamily="50" charset="0"/>
                  <a:ea typeface="Samsung Sharp Sans" panose="02000503000000020004" pitchFamily="50" charset="0"/>
                  <a:cs typeface="Samsung Sharp Sans" panose="02000503000000020004" pitchFamily="50" charset="0"/>
                </a:rPr>
                <a:t>Customize Vibe</a:t>
              </a:r>
            </a:p>
          </p:txBody>
        </p:sp>
        <p:pic>
          <p:nvPicPr>
            <p:cNvPr id="6" name="[Icon]Vibe_icon">
              <a:extLst>
                <a:ext uri="{FF2B5EF4-FFF2-40B4-BE49-F238E27FC236}">
                  <a16:creationId xmlns:a16="http://schemas.microsoft.com/office/drawing/2014/main" id="{2102B7C4-FC14-F969-23E6-800B54442F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987619" y="10299326"/>
              <a:ext cx="365760" cy="365760"/>
            </a:xfrm>
            <a:prstGeom prst="rect">
              <a:avLst/>
            </a:prstGeom>
          </p:spPr>
        </p:pic>
      </p:grpSp>
      <p:grpSp>
        <p:nvGrpSpPr>
          <p:cNvPr id="101" name="Overlay_item">
            <a:extLst>
              <a:ext uri="{FF2B5EF4-FFF2-40B4-BE49-F238E27FC236}">
                <a16:creationId xmlns:a16="http://schemas.microsoft.com/office/drawing/2014/main" id="{1DAB48AA-57B5-031E-24D7-7D373EB468AB}"/>
              </a:ext>
            </a:extLst>
          </p:cNvPr>
          <p:cNvGrpSpPr/>
          <p:nvPr/>
        </p:nvGrpSpPr>
        <p:grpSpPr>
          <a:xfrm>
            <a:off x="1987619" y="9674012"/>
            <a:ext cx="4191127" cy="361072"/>
            <a:chOff x="1987619" y="9674012"/>
            <a:chExt cx="4191127" cy="361072"/>
          </a:xfrm>
        </p:grpSpPr>
        <p:sp>
          <p:nvSpPr>
            <p:cNvPr id="44" name="[Txtbox]Overlay_item_content">
              <a:extLst>
                <a:ext uri="{FF2B5EF4-FFF2-40B4-BE49-F238E27FC236}">
                  <a16:creationId xmlns:a16="http://schemas.microsoft.com/office/drawing/2014/main" id="{4BE8A124-8D3E-0FDC-D6A3-193CE1C98A19}"/>
                </a:ext>
              </a:extLst>
            </p:cNvPr>
            <p:cNvSpPr txBox="1"/>
            <p:nvPr/>
          </p:nvSpPr>
          <p:spPr>
            <a:xfrm>
              <a:off x="2456443" y="9682129"/>
              <a:ext cx="23994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Samsung Sharp Sans" panose="02000503000000020004" pitchFamily="50" charset="0"/>
                  <a:ea typeface="Samsung Sharp Sans" panose="02000503000000020004" pitchFamily="50" charset="0"/>
                  <a:cs typeface="Samsung Sharp Sans" panose="02000503000000020004" pitchFamily="50" charset="0"/>
                </a:rPr>
                <a:t>Live battery overlay</a:t>
              </a:r>
            </a:p>
          </p:txBody>
        </p:sp>
        <p:grpSp>
          <p:nvGrpSpPr>
            <p:cNvPr id="53" name="[Checkbox]Off_state">
              <a:extLst>
                <a:ext uri="{FF2B5EF4-FFF2-40B4-BE49-F238E27FC236}">
                  <a16:creationId xmlns:a16="http://schemas.microsoft.com/office/drawing/2014/main" id="{86746879-1B2C-445A-D427-B2E7FC2BD9F1}"/>
                </a:ext>
              </a:extLst>
            </p:cNvPr>
            <p:cNvGrpSpPr/>
            <p:nvPr/>
          </p:nvGrpSpPr>
          <p:grpSpPr>
            <a:xfrm>
              <a:off x="5610225" y="9720229"/>
              <a:ext cx="568521" cy="262354"/>
              <a:chOff x="5610225" y="9385131"/>
              <a:chExt cx="568521" cy="262354"/>
            </a:xfrm>
          </p:grpSpPr>
          <p:sp>
            <p:nvSpPr>
              <p:cNvPr id="51" name="[Track]">
                <a:extLst>
                  <a:ext uri="{FF2B5EF4-FFF2-40B4-BE49-F238E27FC236}">
                    <a16:creationId xmlns:a16="http://schemas.microsoft.com/office/drawing/2014/main" id="{E695CD86-91EB-B843-3D9B-111EDD549F7B}"/>
                  </a:ext>
                </a:extLst>
              </p:cNvPr>
              <p:cNvSpPr/>
              <p:nvPr/>
            </p:nvSpPr>
            <p:spPr>
              <a:xfrm>
                <a:off x="5610225" y="9385131"/>
                <a:ext cx="568521" cy="262354"/>
              </a:xfrm>
              <a:prstGeom prst="roundRect">
                <a:avLst>
                  <a:gd name="adj" fmla="val 50000"/>
                </a:avLst>
              </a:prstGeom>
              <a:noFill/>
              <a:ln w="25400">
                <a:solidFill>
                  <a:srgbClr val="375E7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[Thumb]">
                <a:extLst>
                  <a:ext uri="{FF2B5EF4-FFF2-40B4-BE49-F238E27FC236}">
                    <a16:creationId xmlns:a16="http://schemas.microsoft.com/office/drawing/2014/main" id="{127E507D-042C-A56D-4DDF-0EE47ED141BB}"/>
                  </a:ext>
                </a:extLst>
              </p:cNvPr>
              <p:cNvSpPr/>
              <p:nvPr/>
            </p:nvSpPr>
            <p:spPr>
              <a:xfrm>
                <a:off x="5657598" y="9415724"/>
                <a:ext cx="201168" cy="201168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74" name="[Icon]Overlay_icon">
              <a:extLst>
                <a:ext uri="{FF2B5EF4-FFF2-40B4-BE49-F238E27FC236}">
                  <a16:creationId xmlns:a16="http://schemas.microsoft.com/office/drawing/2014/main" id="{E0F0D6EF-4C84-2531-C523-8D47A3B7B2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987619" y="9674012"/>
              <a:ext cx="358516" cy="361072"/>
            </a:xfrm>
            <a:prstGeom prst="rect">
              <a:avLst/>
            </a:prstGeom>
          </p:spPr>
        </p:pic>
      </p:grpSp>
      <p:grpSp>
        <p:nvGrpSpPr>
          <p:cNvPr id="83" name="Pin_group">
            <a:extLst>
              <a:ext uri="{FF2B5EF4-FFF2-40B4-BE49-F238E27FC236}">
                <a16:creationId xmlns:a16="http://schemas.microsoft.com/office/drawing/2014/main" id="{D9F6E0CA-1975-F589-32F3-3603D3C2AF33}"/>
              </a:ext>
            </a:extLst>
          </p:cNvPr>
          <p:cNvGrpSpPr/>
          <p:nvPr/>
        </p:nvGrpSpPr>
        <p:grpSpPr>
          <a:xfrm>
            <a:off x="3200400" y="2362200"/>
            <a:ext cx="1828800" cy="1828800"/>
            <a:chOff x="3200400" y="2362200"/>
            <a:chExt cx="1828800" cy="1828800"/>
          </a:xfrm>
        </p:grpSpPr>
        <p:sp>
          <p:nvSpPr>
            <p:cNvPr id="31" name="[CircleProgress]Background_pin_bar">
              <a:extLst>
                <a:ext uri="{FF2B5EF4-FFF2-40B4-BE49-F238E27FC236}">
                  <a16:creationId xmlns:a16="http://schemas.microsoft.com/office/drawing/2014/main" id="{4314B487-5A9D-3686-97C3-BB82D7DF01F0}"/>
                </a:ext>
              </a:extLst>
            </p:cNvPr>
            <p:cNvSpPr/>
            <p:nvPr/>
          </p:nvSpPr>
          <p:spPr>
            <a:xfrm>
              <a:off x="3200400" y="2362200"/>
              <a:ext cx="1828800" cy="1828800"/>
            </a:xfrm>
            <a:prstGeom prst="arc">
              <a:avLst>
                <a:gd name="adj1" fmla="val 16200000"/>
                <a:gd name="adj2" fmla="val 16184584"/>
              </a:avLst>
            </a:prstGeom>
            <a:noFill/>
            <a:ln w="130175"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[CircleProgress]Current_pin_value">
              <a:extLst>
                <a:ext uri="{FF2B5EF4-FFF2-40B4-BE49-F238E27FC236}">
                  <a16:creationId xmlns:a16="http://schemas.microsoft.com/office/drawing/2014/main" id="{9842D561-E6C4-41C9-134F-881F5FE8684E}"/>
                </a:ext>
              </a:extLst>
            </p:cNvPr>
            <p:cNvSpPr/>
            <p:nvPr/>
          </p:nvSpPr>
          <p:spPr>
            <a:xfrm>
              <a:off x="3200400" y="2362200"/>
              <a:ext cx="1828800" cy="1828800"/>
            </a:xfrm>
            <a:prstGeom prst="arc">
              <a:avLst>
                <a:gd name="adj1" fmla="val 16200000"/>
                <a:gd name="adj2" fmla="val 12338501"/>
              </a:avLst>
            </a:prstGeom>
            <a:noFill/>
            <a:ln w="130175">
              <a:gradFill flip="none" rotWithShape="1">
                <a:gsLst>
                  <a:gs pos="59000">
                    <a:srgbClr val="F29D33"/>
                  </a:gs>
                  <a:gs pos="50000">
                    <a:srgbClr val="62905F"/>
                  </a:gs>
                  <a:gs pos="100000">
                    <a:srgbClr val="C18A37"/>
                  </a:gs>
                  <a:gs pos="17000">
                    <a:srgbClr val="4A7D7D"/>
                  </a:gs>
                </a:gsLst>
                <a:lin ang="10800000" scaled="0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[Effect]Pin_progress_glow">
              <a:extLst>
                <a:ext uri="{FF2B5EF4-FFF2-40B4-BE49-F238E27FC236}">
                  <a16:creationId xmlns:a16="http://schemas.microsoft.com/office/drawing/2014/main" id="{79D01A5C-05E7-5048-9F9B-A70BA529B49B}"/>
                </a:ext>
              </a:extLst>
            </p:cNvPr>
            <p:cNvSpPr/>
            <p:nvPr/>
          </p:nvSpPr>
          <p:spPr>
            <a:xfrm>
              <a:off x="3200400" y="2362200"/>
              <a:ext cx="1828800" cy="1828800"/>
            </a:xfrm>
            <a:prstGeom prst="arc">
              <a:avLst>
                <a:gd name="adj1" fmla="val 16200000"/>
                <a:gd name="adj2" fmla="val 13097544"/>
              </a:avLst>
            </a:prstGeom>
            <a:noFill/>
            <a:ln w="415925">
              <a:gradFill flip="none" rotWithShape="1">
                <a:gsLst>
                  <a:gs pos="59000">
                    <a:srgbClr val="F29D33"/>
                  </a:gs>
                  <a:gs pos="50000">
                    <a:srgbClr val="62905F"/>
                  </a:gs>
                  <a:gs pos="100000">
                    <a:srgbClr val="C18A37"/>
                  </a:gs>
                  <a:gs pos="17000">
                    <a:srgbClr val="4A7D7D"/>
                  </a:gs>
                </a:gsLst>
                <a:lin ang="10800000" scaled="0"/>
                <a:tileRect/>
              </a:gradFill>
            </a:ln>
            <a:effectLst>
              <a:softEdge rad="13970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5" name="[Panel]Other_panel">
            <a:extLst>
              <a:ext uri="{FF2B5EF4-FFF2-40B4-BE49-F238E27FC236}">
                <a16:creationId xmlns:a16="http://schemas.microsoft.com/office/drawing/2014/main" id="{851434B3-00B7-9BD0-9FCD-571FCB3BDEF0}"/>
              </a:ext>
            </a:extLst>
          </p:cNvPr>
          <p:cNvSpPr/>
          <p:nvPr/>
        </p:nvSpPr>
        <p:spPr>
          <a:xfrm>
            <a:off x="1790700" y="11573348"/>
            <a:ext cx="4648200" cy="777240"/>
          </a:xfrm>
          <a:prstGeom prst="roundRect">
            <a:avLst>
              <a:gd name="adj" fmla="val 7012"/>
            </a:avLst>
          </a:prstGeom>
          <a:solidFill>
            <a:srgbClr val="303030"/>
          </a:solidFill>
          <a:ln w="3810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0" name="Protect_bat_item">
            <a:extLst>
              <a:ext uri="{FF2B5EF4-FFF2-40B4-BE49-F238E27FC236}">
                <a16:creationId xmlns:a16="http://schemas.microsoft.com/office/drawing/2014/main" id="{391551D3-F97E-6E0F-C323-D93519E8A94B}"/>
              </a:ext>
            </a:extLst>
          </p:cNvPr>
          <p:cNvGrpSpPr/>
          <p:nvPr/>
        </p:nvGrpSpPr>
        <p:grpSpPr>
          <a:xfrm>
            <a:off x="2056867" y="11708053"/>
            <a:ext cx="4122458" cy="507831"/>
            <a:chOff x="2056867" y="11708053"/>
            <a:chExt cx="4122458" cy="507831"/>
          </a:xfrm>
        </p:grpSpPr>
        <p:sp>
          <p:nvSpPr>
            <p:cNvPr id="93" name="[Txtbox]Protect_bat_item_textbox">
              <a:extLst>
                <a:ext uri="{FF2B5EF4-FFF2-40B4-BE49-F238E27FC236}">
                  <a16:creationId xmlns:a16="http://schemas.microsoft.com/office/drawing/2014/main" id="{7543050D-1A6F-0187-43C4-46C75DEF3A07}"/>
                </a:ext>
              </a:extLst>
            </p:cNvPr>
            <p:cNvSpPr txBox="1"/>
            <p:nvPr/>
          </p:nvSpPr>
          <p:spPr>
            <a:xfrm>
              <a:off x="2456443" y="11708053"/>
              <a:ext cx="1922321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Samsung Sharp Sans" panose="02000503000000020004" pitchFamily="50" charset="0"/>
                  <a:ea typeface="Samsung Sharp Sans" panose="02000503000000020004" pitchFamily="50" charset="0"/>
                  <a:cs typeface="Samsung Sharp Sans" panose="02000503000000020004" pitchFamily="50" charset="0"/>
                </a:rPr>
                <a:t>Protect battery</a:t>
              </a:r>
              <a:br>
                <a:rPr lang="en-US" sz="1600">
                  <a:latin typeface="Samsung Sharp Sans" panose="02000503000000020004" pitchFamily="50" charset="0"/>
                  <a:ea typeface="Samsung Sharp Sans" panose="02000503000000020004" pitchFamily="50" charset="0"/>
                  <a:cs typeface="Samsung Sharp Sans" panose="02000503000000020004" pitchFamily="50" charset="0"/>
                </a:rPr>
              </a:br>
              <a:r>
                <a:rPr lang="en-US" sz="1100" b="1">
                  <a:solidFill>
                    <a:schemeClr val="bg1">
                      <a:lumMod val="50000"/>
                      <a:lumOff val="50000"/>
                    </a:schemeClr>
                  </a:solidFill>
                  <a:latin typeface="Samsung Sharp Sans" panose="02000503000000020004" pitchFamily="50" charset="0"/>
                  <a:ea typeface="Samsung Sharp Sans" panose="02000503000000020004" pitchFamily="50" charset="0"/>
                  <a:cs typeface="Samsung Sharp Sans" panose="02000503000000020004" pitchFamily="50" charset="0"/>
                </a:rPr>
                <a:t>Limit charging to 80%</a:t>
              </a:r>
              <a:endParaRPr lang="en-US" sz="1600" b="1">
                <a:solidFill>
                  <a:schemeClr val="bg1">
                    <a:lumMod val="50000"/>
                    <a:lumOff val="50000"/>
                  </a:schemeClr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endParaRPr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1ACDFA9D-048A-D52B-5221-AD04F5D71A20}"/>
                </a:ext>
              </a:extLst>
            </p:cNvPr>
            <p:cNvGrpSpPr/>
            <p:nvPr/>
          </p:nvGrpSpPr>
          <p:grpSpPr>
            <a:xfrm>
              <a:off x="5610804" y="11830791"/>
              <a:ext cx="568521" cy="262354"/>
              <a:chOff x="5610804" y="11885154"/>
              <a:chExt cx="568521" cy="262354"/>
            </a:xfrm>
          </p:grpSpPr>
          <p:sp>
            <p:nvSpPr>
              <p:cNvPr id="94" name="[Track]">
                <a:extLst>
                  <a:ext uri="{FF2B5EF4-FFF2-40B4-BE49-F238E27FC236}">
                    <a16:creationId xmlns:a16="http://schemas.microsoft.com/office/drawing/2014/main" id="{AF76EF61-A9FA-9F86-8D8E-BE4117649CEF}"/>
                  </a:ext>
                </a:extLst>
              </p:cNvPr>
              <p:cNvSpPr/>
              <p:nvPr/>
            </p:nvSpPr>
            <p:spPr>
              <a:xfrm>
                <a:off x="5610804" y="11885154"/>
                <a:ext cx="568521" cy="262354"/>
              </a:xfrm>
              <a:prstGeom prst="roundRect">
                <a:avLst>
                  <a:gd name="adj" fmla="val 50000"/>
                </a:avLst>
              </a:prstGeom>
              <a:noFill/>
              <a:ln w="25400">
                <a:solidFill>
                  <a:srgbClr val="375E7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[Thumb]">
                <a:extLst>
                  <a:ext uri="{FF2B5EF4-FFF2-40B4-BE49-F238E27FC236}">
                    <a16:creationId xmlns:a16="http://schemas.microsoft.com/office/drawing/2014/main" id="{EFFF02A1-2520-697C-7BE6-A802FFEBAA98}"/>
                  </a:ext>
                </a:extLst>
              </p:cNvPr>
              <p:cNvSpPr/>
              <p:nvPr/>
            </p:nvSpPr>
            <p:spPr>
              <a:xfrm>
                <a:off x="5658177" y="11915747"/>
                <a:ext cx="201168" cy="201168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99" name="[Icon]Protect_bat">
              <a:extLst>
                <a:ext uri="{FF2B5EF4-FFF2-40B4-BE49-F238E27FC236}">
                  <a16:creationId xmlns:a16="http://schemas.microsoft.com/office/drawing/2014/main" id="{83A3805A-7FB6-7BE4-A31B-148C1765876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56867" y="11779088"/>
              <a:ext cx="314668" cy="365760"/>
            </a:xfrm>
            <a:prstGeom prst="rect">
              <a:avLst/>
            </a:prstGeom>
          </p:spPr>
        </p:pic>
      </p:grpSp>
      <p:sp>
        <p:nvSpPr>
          <p:cNvPr id="72" name="[ForNote]" hidden="1">
            <a:extLst>
              <a:ext uri="{FF2B5EF4-FFF2-40B4-BE49-F238E27FC236}">
                <a16:creationId xmlns:a16="http://schemas.microsoft.com/office/drawing/2014/main" id="{88E34A13-B160-72F8-74E2-E33B578B14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72470" y="10093586"/>
            <a:ext cx="7376330" cy="6309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[ForNote]" hidden="1">
            <a:extLst>
              <a:ext uri="{FF2B5EF4-FFF2-40B4-BE49-F238E27FC236}">
                <a16:creationId xmlns:a16="http://schemas.microsoft.com/office/drawing/2014/main" id="{29B6C5B4-0E7C-CF67-F18E-3B394525D9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72470" y="8836630"/>
            <a:ext cx="7376330" cy="6284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[ForNote]" hidden="1">
            <a:extLst>
              <a:ext uri="{FF2B5EF4-FFF2-40B4-BE49-F238E27FC236}">
                <a16:creationId xmlns:a16="http://schemas.microsoft.com/office/drawing/2014/main" id="{7E36F61C-E2AB-8CCE-5AFF-2C650FA15E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72470" y="9465108"/>
            <a:ext cx="7376330" cy="6309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[Txtbox]Other_category">
            <a:extLst>
              <a:ext uri="{FF2B5EF4-FFF2-40B4-BE49-F238E27FC236}">
                <a16:creationId xmlns:a16="http://schemas.microsoft.com/office/drawing/2014/main" id="{2D2C9625-4B6F-F7E4-141F-88DB0FF6BEDB}"/>
              </a:ext>
            </a:extLst>
          </p:cNvPr>
          <p:cNvSpPr txBox="1"/>
          <p:nvPr/>
        </p:nvSpPr>
        <p:spPr>
          <a:xfrm>
            <a:off x="1708629" y="11052722"/>
            <a:ext cx="794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bg1">
                    <a:lumMod val="50000"/>
                    <a:lumOff val="50000"/>
                  </a:schemeClr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Others</a:t>
            </a:r>
          </a:p>
        </p:txBody>
      </p:sp>
      <p:sp>
        <p:nvSpPr>
          <p:cNvPr id="77" name="[ForNote]" hidden="1">
            <a:extLst>
              <a:ext uri="{FF2B5EF4-FFF2-40B4-BE49-F238E27FC236}">
                <a16:creationId xmlns:a16="http://schemas.microsoft.com/office/drawing/2014/main" id="{3B67ACA8-E657-9E4F-13E3-A8DE246037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72468" y="7848599"/>
            <a:ext cx="7376331" cy="5096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[ForNote]" hidden="1">
            <a:extLst>
              <a:ext uri="{FF2B5EF4-FFF2-40B4-BE49-F238E27FC236}">
                <a16:creationId xmlns:a16="http://schemas.microsoft.com/office/drawing/2014/main" id="{EFCD931F-3936-22E1-D9CE-5A666627D4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72469" y="8357615"/>
            <a:ext cx="7376330" cy="4790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[ForNote]" hidden="1">
            <a:extLst>
              <a:ext uri="{FF2B5EF4-FFF2-40B4-BE49-F238E27FC236}">
                <a16:creationId xmlns:a16="http://schemas.microsoft.com/office/drawing/2014/main" id="{B35B90A2-CCDE-8F54-A02E-3B6904B106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72468" y="10878413"/>
            <a:ext cx="7376331" cy="2023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[ForNote]" hidden="1">
            <a:extLst>
              <a:ext uri="{FF2B5EF4-FFF2-40B4-BE49-F238E27FC236}">
                <a16:creationId xmlns:a16="http://schemas.microsoft.com/office/drawing/2014/main" id="{0D2DF8F4-CAAD-6FD0-0C02-71CD886E48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72469" y="11080775"/>
            <a:ext cx="7376330" cy="4790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[Icon]Charging">
            <a:extLst>
              <a:ext uri="{FF2B5EF4-FFF2-40B4-BE49-F238E27FC236}">
                <a16:creationId xmlns:a16="http://schemas.microsoft.com/office/drawing/2014/main" id="{CC38CC01-425A-39B4-032E-53D657178B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72401" y="1483232"/>
            <a:ext cx="884798" cy="1453136"/>
          </a:xfrm>
          <a:prstGeom prst="rect">
            <a:avLst/>
          </a:prstGeom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760889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289</TotalTime>
  <Words>25</Words>
  <Application>Microsoft Office PowerPoint</Application>
  <PresentationFormat>Custom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Samsung Sharp Sans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 Huy</dc:creator>
  <cp:lastModifiedBy>Tran Huy</cp:lastModifiedBy>
  <cp:revision>8</cp:revision>
  <dcterms:created xsi:type="dcterms:W3CDTF">2026-04-04T09:27:42Z</dcterms:created>
  <dcterms:modified xsi:type="dcterms:W3CDTF">2026-04-05T12:38:11Z</dcterms:modified>
</cp:coreProperties>
</file>