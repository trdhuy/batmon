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0" r:id="rId1"/>
  </p:sldMasterIdLst>
  <p:notesMasterIdLst>
    <p:notesMasterId r:id="rId3"/>
  </p:notesMasterIdLst>
  <p:sldIdLst>
    <p:sldId id="256" r:id="rId2"/>
  </p:sldIdLst>
  <p:sldSz cx="35661600" cy="16459200"/>
  <p:notesSz cx="6858000" cy="9144000"/>
  <p:embeddedFontLst>
    <p:embeddedFont>
      <p:font typeface="Samsung Sharp Sans" panose="02000503000000020004" pitchFamily="50" charset="0"/>
      <p:regular r:id="rId4"/>
      <p:bold r:id="rId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84" userDrawn="1">
          <p15:clr>
            <a:srgbClr val="A4A3A4"/>
          </p15:clr>
        </p15:guide>
        <p15:guide id="2" pos="112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AF"/>
    <a:srgbClr val="0F0F0F"/>
    <a:srgbClr val="262626"/>
    <a:srgbClr val="3B3B3B"/>
    <a:srgbClr val="F2F2F2"/>
    <a:srgbClr val="A0B9FF"/>
    <a:srgbClr val="9FF2F0"/>
    <a:srgbClr val="F9D3A3"/>
    <a:srgbClr val="F39327"/>
    <a:srgbClr val="2C6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68" autoAdjust="0"/>
  </p:normalViewPr>
  <p:slideViewPr>
    <p:cSldViewPr>
      <p:cViewPr varScale="1">
        <p:scale>
          <a:sx n="49" d="100"/>
          <a:sy n="49" d="100"/>
        </p:scale>
        <p:origin x="162" y="864"/>
      </p:cViewPr>
      <p:guideLst>
        <p:guide orient="horz" pos="5184"/>
        <p:guide pos="112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8F31E-ED57-46A6-93D2-21AD535DCF05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8015A-C403-4013-8420-374044842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8015A-C403-4013-8420-3740448423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70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0" y="2693671"/>
            <a:ext cx="2674620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7700" y="8644891"/>
            <a:ext cx="267462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0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161" y="4103372"/>
            <a:ext cx="3075813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3161" y="11014712"/>
            <a:ext cx="3075813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6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1735" y="4381500"/>
            <a:ext cx="151561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53685" y="4381500"/>
            <a:ext cx="151561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5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0" y="876301"/>
            <a:ext cx="3075813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381" y="4034791"/>
            <a:ext cx="15086527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6381" y="6012180"/>
            <a:ext cx="15086527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053685" y="4034791"/>
            <a:ext cx="15160825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053685" y="6012180"/>
            <a:ext cx="15160825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37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3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0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1" y="1097280"/>
            <a:ext cx="11501793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60825" y="2369821"/>
            <a:ext cx="18053685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1" y="4937760"/>
            <a:ext cx="11501793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1" y="1097280"/>
            <a:ext cx="11501793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160825" y="2369821"/>
            <a:ext cx="18053685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1" y="4937760"/>
            <a:ext cx="11501793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3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5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520332" y="876300"/>
            <a:ext cx="7689533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51735" y="876300"/>
            <a:ext cx="22622828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7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51735" y="876301"/>
            <a:ext cx="3075813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1735" y="4381500"/>
            <a:ext cx="3075813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1735" y="15255241"/>
            <a:ext cx="80238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A509-4C1A-46FE-82B6-6A64FCED77B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12905" y="15255241"/>
            <a:ext cx="1203579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186005" y="15255241"/>
            <a:ext cx="80238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1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oleObject" Target="../embeddings/oleObject2.bin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3.svg"/><Relationship Id="rId15" Type="http://schemas.openxmlformats.org/officeDocument/2006/relationships/oleObject" Target="../embeddings/oleObject3.bin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" name="Table 131">
            <a:extLst>
              <a:ext uri="{FF2B5EF4-FFF2-40B4-BE49-F238E27FC236}">
                <a16:creationId xmlns:a16="http://schemas.microsoft.com/office/drawing/2014/main" id="{FA25D5DD-2A06-2D16-44E9-97424D4C1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881788"/>
              </p:ext>
            </p:extLst>
          </p:nvPr>
        </p:nvGraphicFramePr>
        <p:xfrm>
          <a:off x="19652777" y="838200"/>
          <a:ext cx="14681623" cy="94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55023">
                  <a:extLst>
                    <a:ext uri="{9D8B030D-6E8A-4147-A177-3AD203B41FA5}">
                      <a16:colId xmlns:a16="http://schemas.microsoft.com/office/drawing/2014/main" val="3440773694"/>
                    </a:ext>
                  </a:extLst>
                </a:gridCol>
                <a:gridCol w="10026600">
                  <a:extLst>
                    <a:ext uri="{9D8B030D-6E8A-4147-A177-3AD203B41FA5}">
                      <a16:colId xmlns:a16="http://schemas.microsoft.com/office/drawing/2014/main" val="2857498804"/>
                    </a:ext>
                  </a:extLst>
                </a:gridCol>
              </a:tblGrid>
              <a:tr h="2353180">
                <a:tc>
                  <a:txBody>
                    <a:bodyPr/>
                    <a:lstStyle/>
                    <a:p>
                      <a:r>
                        <a:rPr lang="en-US"/>
                        <a:t>Assetname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Attachment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187930"/>
                  </a:ext>
                </a:extLst>
              </a:tr>
              <a:tr h="2353180">
                <a:tc>
                  <a:txBody>
                    <a:bodyPr/>
                    <a:lstStyle/>
                    <a:p>
                      <a:r>
                        <a:rPr lang="en-US" sz="2000" b="1"/>
                        <a:t>[FONT]Samsungsharpsans</a:t>
                      </a:r>
                      <a:r>
                        <a:rPr lang="en-US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176955"/>
                  </a:ext>
                </a:extLst>
              </a:tr>
              <a:tr h="2353180">
                <a:tc>
                  <a:txBody>
                    <a:bodyPr/>
                    <a:lstStyle/>
                    <a:p>
                      <a:pPr marL="0" marR="0" lvl="0" indent="0" algn="l" defTabSz="2194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/>
                        <a:t>[FONT]Samsungsharpsans-bold</a:t>
                      </a:r>
                      <a:r>
                        <a:rPr lang="en-US" sz="2000"/>
                        <a:t> </a:t>
                      </a:r>
                    </a:p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12018"/>
                  </a:ext>
                </a:extLst>
              </a:tr>
              <a:tr h="2353180">
                <a:tc>
                  <a:txBody>
                    <a:bodyPr/>
                    <a:lstStyle/>
                    <a:p>
                      <a:pPr marL="0" marR="0" lvl="0" indent="0" algn="l" defTabSz="21945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/>
                        <a:t>[FONT]Samsungsharpsans-medium</a:t>
                      </a:r>
                      <a:endParaRPr lang="en-US" sz="2000"/>
                    </a:p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45452"/>
                  </a:ext>
                </a:extLst>
              </a:tr>
            </a:tbl>
          </a:graphicData>
        </a:graphic>
      </p:graphicFrame>
      <p:grpSp>
        <p:nvGrpSpPr>
          <p:cNvPr id="134" name="GLIMPSE_OVERALL">
            <a:extLst>
              <a:ext uri="{FF2B5EF4-FFF2-40B4-BE49-F238E27FC236}">
                <a16:creationId xmlns:a16="http://schemas.microsoft.com/office/drawing/2014/main" id="{876AA097-23A4-EECC-F146-C6AD01BFFCEA}"/>
              </a:ext>
            </a:extLst>
          </p:cNvPr>
          <p:cNvGrpSpPr/>
          <p:nvPr/>
        </p:nvGrpSpPr>
        <p:grpSpPr>
          <a:xfrm>
            <a:off x="1371600" y="3657600"/>
            <a:ext cx="5491162" cy="11887200"/>
            <a:chOff x="1371600" y="914400"/>
            <a:chExt cx="5491162" cy="11887200"/>
          </a:xfrm>
        </p:grpSpPr>
        <p:sp>
          <p:nvSpPr>
            <p:cNvPr id="25" name="[ForNote]">
              <a:extLst>
                <a:ext uri="{FF2B5EF4-FFF2-40B4-BE49-F238E27FC236}">
                  <a16:creationId xmlns:a16="http://schemas.microsoft.com/office/drawing/2014/main" id="{1D3C661B-91D5-7DA9-A99C-3E027E607866}"/>
                </a:ext>
              </a:extLst>
            </p:cNvPr>
            <p:cNvSpPr>
              <a:spLocks/>
            </p:cNvSpPr>
            <p:nvPr/>
          </p:nvSpPr>
          <p:spPr>
            <a:xfrm>
              <a:off x="1438402" y="9593513"/>
              <a:ext cx="5352798" cy="7486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[ForNote]">
              <a:extLst>
                <a:ext uri="{FF2B5EF4-FFF2-40B4-BE49-F238E27FC236}">
                  <a16:creationId xmlns:a16="http://schemas.microsoft.com/office/drawing/2014/main" id="{A19947A7-389B-66DB-9B7E-29CBED635718}"/>
                </a:ext>
              </a:extLst>
            </p:cNvPr>
            <p:cNvSpPr>
              <a:spLocks/>
            </p:cNvSpPr>
            <p:nvPr/>
          </p:nvSpPr>
          <p:spPr>
            <a:xfrm>
              <a:off x="1438402" y="10343880"/>
              <a:ext cx="5352798" cy="7486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[ForNote]">
              <a:extLst>
                <a:ext uri="{FF2B5EF4-FFF2-40B4-BE49-F238E27FC236}">
                  <a16:creationId xmlns:a16="http://schemas.microsoft.com/office/drawing/2014/main" id="{6AB2AD5A-8B5F-7777-8F0B-CFC9072AA0FC}"/>
                </a:ext>
              </a:extLst>
            </p:cNvPr>
            <p:cNvSpPr>
              <a:spLocks/>
            </p:cNvSpPr>
            <p:nvPr/>
          </p:nvSpPr>
          <p:spPr>
            <a:xfrm>
              <a:off x="6443936" y="1658887"/>
              <a:ext cx="365760" cy="36576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[Phone]Container">
              <a:extLst>
                <a:ext uri="{FF2B5EF4-FFF2-40B4-BE49-F238E27FC236}">
                  <a16:creationId xmlns:a16="http://schemas.microsoft.com/office/drawing/2014/main" id="{76F6BCB7-0A4F-73EA-D6A9-347170511244}"/>
                </a:ext>
              </a:extLst>
            </p:cNvPr>
            <p:cNvSpPr>
              <a:spLocks/>
            </p:cNvSpPr>
            <p:nvPr/>
          </p:nvSpPr>
          <p:spPr>
            <a:xfrm>
              <a:off x="1371600" y="914400"/>
              <a:ext cx="5486400" cy="118872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  <a:lumOff val="1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50"/>
            </a:p>
          </p:txBody>
        </p:sp>
        <p:grpSp>
          <p:nvGrpSpPr>
            <p:cNvPr id="97" name="Other_category">
              <a:extLst>
                <a:ext uri="{FF2B5EF4-FFF2-40B4-BE49-F238E27FC236}">
                  <a16:creationId xmlns:a16="http://schemas.microsoft.com/office/drawing/2014/main" id="{22DD8C52-1CEE-D652-9BC2-2FC7748EDCD6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38401" y="11217049"/>
              <a:ext cx="5328159" cy="1106107"/>
              <a:chOff x="1438401" y="11217049"/>
              <a:chExt cx="5328159" cy="1106107"/>
            </a:xfrm>
          </p:grpSpPr>
          <p:sp>
            <p:nvSpPr>
              <p:cNvPr id="75" name="[Panel]Other_panel">
                <a:extLst>
                  <a:ext uri="{FF2B5EF4-FFF2-40B4-BE49-F238E27FC236}">
                    <a16:creationId xmlns:a16="http://schemas.microsoft.com/office/drawing/2014/main" id="{851434B3-00B7-9BD0-9FCD-571FCB3BDEF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3040" y="11573348"/>
                <a:ext cx="5303520" cy="749808"/>
              </a:xfrm>
              <a:prstGeom prst="roundRect">
                <a:avLst>
                  <a:gd name="adj" fmla="val 50000"/>
                </a:avLst>
              </a:prstGeom>
              <a:solidFill>
                <a:srgbClr val="303030"/>
              </a:solidFill>
              <a:ln w="38100">
                <a:noFill/>
              </a:ln>
              <a:effectLst>
                <a:outerShdw blurRad="63500" sx="101000" sy="101000" algn="ctr" rotWithShape="0">
                  <a:prstClr val="black">
                    <a:alpha val="6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9" name="Protect_battery_item">
                <a:extLst>
                  <a:ext uri="{FF2B5EF4-FFF2-40B4-BE49-F238E27FC236}">
                    <a16:creationId xmlns:a16="http://schemas.microsoft.com/office/drawing/2014/main" id="{2FF581F4-B25C-774E-FC0F-83ED2F34F11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746721" y="11694337"/>
                <a:ext cx="4806892" cy="507831"/>
                <a:chOff x="1746721" y="11694337"/>
                <a:chExt cx="4806892" cy="507831"/>
              </a:xfrm>
            </p:grpSpPr>
            <p:sp>
              <p:nvSpPr>
                <p:cNvPr id="93" name="[Txtbox]Protect_bat_item_textbox">
                  <a:extLst>
                    <a:ext uri="{FF2B5EF4-FFF2-40B4-BE49-F238E27FC236}">
                      <a16:creationId xmlns:a16="http://schemas.microsoft.com/office/drawing/2014/main" id="{7543050D-1A6F-0187-43C4-46C75DEF3A07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11694337"/>
                  <a:ext cx="1922321" cy="5078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Protect battery</a:t>
                  </a:r>
                  <a:b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</a:br>
                  <a:r>
                    <a:rPr lang="en-US" sz="1100" b="1">
                      <a:solidFill>
                        <a:schemeClr val="bg1">
                          <a:lumMod val="50000"/>
                          <a:lumOff val="50000"/>
                        </a:schemeClr>
                      </a:solidFill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Limit charging to 80%</a:t>
                  </a:r>
                  <a:endParaRPr lang="en-US" sz="16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endParaRPr>
                </a:p>
              </p:txBody>
            </p:sp>
            <p:pic>
              <p:nvPicPr>
                <p:cNvPr id="36" name="[Icon]Protect_battery">
                  <a:extLst>
                    <a:ext uri="{FF2B5EF4-FFF2-40B4-BE49-F238E27FC236}">
                      <a16:creationId xmlns:a16="http://schemas.microsoft.com/office/drawing/2014/main" id="{3AC500EE-F352-E6DA-170D-EDCE40287D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46721" y="11765372"/>
                  <a:ext cx="314575" cy="365760"/>
                </a:xfrm>
                <a:prstGeom prst="rect">
                  <a:avLst/>
                </a:prstGeom>
              </p:spPr>
            </p:pic>
            <p:grpSp>
              <p:nvGrpSpPr>
                <p:cNvPr id="73" name="[Checkbox]Off_state">
                  <a:extLst>
                    <a:ext uri="{FF2B5EF4-FFF2-40B4-BE49-F238E27FC236}">
                      <a16:creationId xmlns:a16="http://schemas.microsoft.com/office/drawing/2014/main" id="{F6331339-FA8B-099F-0C35-A7D1B750EBB6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45308" y="11817075"/>
                  <a:ext cx="508305" cy="262354"/>
                  <a:chOff x="6045308" y="11817075"/>
                  <a:chExt cx="508305" cy="262354"/>
                </a:xfrm>
              </p:grpSpPr>
              <p:sp>
                <p:nvSpPr>
                  <p:cNvPr id="29" name="[Track]">
                    <a:extLst>
                      <a:ext uri="{FF2B5EF4-FFF2-40B4-BE49-F238E27FC236}">
                        <a16:creationId xmlns:a16="http://schemas.microsoft.com/office/drawing/2014/main" id="{FFD5FE8A-5090-F299-E9A7-D081C0FA047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45308" y="11817075"/>
                    <a:ext cx="508305" cy="262354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5400">
                    <a:solidFill>
                      <a:srgbClr val="2C64FF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" name="[Thumb]">
                    <a:extLst>
                      <a:ext uri="{FF2B5EF4-FFF2-40B4-BE49-F238E27FC236}">
                        <a16:creationId xmlns:a16="http://schemas.microsoft.com/office/drawing/2014/main" id="{4AA24267-8DA8-9849-5EB2-B7CEF3BBDEC0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92681" y="11847668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76" name="[Txtbox]Other_category">
                <a:extLst>
                  <a:ext uri="{FF2B5EF4-FFF2-40B4-BE49-F238E27FC236}">
                    <a16:creationId xmlns:a16="http://schemas.microsoft.com/office/drawing/2014/main" id="{2D2C9625-4B6F-F7E4-141F-88DB0FF6BE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8401" y="11217049"/>
                <a:ext cx="79470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Others</a:t>
                </a:r>
              </a:p>
            </p:txBody>
          </p:sp>
        </p:grpSp>
        <p:grpSp>
          <p:nvGrpSpPr>
            <p:cNvPr id="90" name="Util_category">
              <a:extLst>
                <a:ext uri="{FF2B5EF4-FFF2-40B4-BE49-F238E27FC236}">
                  <a16:creationId xmlns:a16="http://schemas.microsoft.com/office/drawing/2014/main" id="{E042FA2F-3D13-4EA4-9699-9B744ABA086C}"/>
                </a:ext>
              </a:extLst>
            </p:cNvPr>
            <p:cNvGrpSpPr>
              <a:grpSpLocks/>
            </p:cNvGrpSpPr>
            <p:nvPr/>
          </p:nvGrpSpPr>
          <p:grpSpPr>
            <a:xfrm>
              <a:off x="1438401" y="8492855"/>
              <a:ext cx="5328159" cy="2591603"/>
              <a:chOff x="1438401" y="8492855"/>
              <a:chExt cx="5328159" cy="2591603"/>
            </a:xfrm>
          </p:grpSpPr>
          <p:sp>
            <p:nvSpPr>
              <p:cNvPr id="42" name="[Panel]Util_controller">
                <a:extLst>
                  <a:ext uri="{FF2B5EF4-FFF2-40B4-BE49-F238E27FC236}">
                    <a16:creationId xmlns:a16="http://schemas.microsoft.com/office/drawing/2014/main" id="{4C473878-DC97-900A-0AF2-AC6C84448B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63040" y="8842934"/>
                <a:ext cx="5303520" cy="2241524"/>
              </a:xfrm>
              <a:prstGeom prst="roundRect">
                <a:avLst>
                  <a:gd name="adj" fmla="val 8179"/>
                </a:avLst>
              </a:prstGeom>
              <a:solidFill>
                <a:srgbClr val="303030"/>
              </a:solidFill>
              <a:ln w="38100">
                <a:noFill/>
              </a:ln>
              <a:effectLst>
                <a:outerShdw blurRad="50800" sx="101000" sy="101000" algn="ctr" rotWithShape="0">
                  <a:prstClr val="black">
                    <a:alpha val="6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[Txtbox]Util_category">
                <a:extLst>
                  <a:ext uri="{FF2B5EF4-FFF2-40B4-BE49-F238E27FC236}">
                    <a16:creationId xmlns:a16="http://schemas.microsoft.com/office/drawing/2014/main" id="{D017935F-0DC9-98B3-FCA5-1B40CC9787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38401" y="8492855"/>
                <a:ext cx="132581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Util category</a:t>
                </a:r>
              </a:p>
            </p:txBody>
          </p:sp>
          <p:grpSp>
            <p:nvGrpSpPr>
              <p:cNvPr id="87" name="Monitor_item">
                <a:extLst>
                  <a:ext uri="{FF2B5EF4-FFF2-40B4-BE49-F238E27FC236}">
                    <a16:creationId xmlns:a16="http://schemas.microsoft.com/office/drawing/2014/main" id="{76AFDDDE-C835-ED8B-34A6-04197528B03D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9048212"/>
                <a:ext cx="4882212" cy="338554"/>
                <a:chOff x="1677473" y="9048212"/>
                <a:chExt cx="4882212" cy="338554"/>
              </a:xfrm>
            </p:grpSpPr>
            <p:sp>
              <p:nvSpPr>
                <p:cNvPr id="43" name="[TxtBox]Monitor_item_content">
                  <a:extLst>
                    <a:ext uri="{FF2B5EF4-FFF2-40B4-BE49-F238E27FC236}">
                      <a16:creationId xmlns:a16="http://schemas.microsoft.com/office/drawing/2014/main" id="{45375B94-388A-64B4-79EE-E438AC89B83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9048212"/>
                  <a:ext cx="29537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Background monitoring</a:t>
                  </a:r>
                </a:p>
              </p:txBody>
            </p:sp>
            <p:grpSp>
              <p:nvGrpSpPr>
                <p:cNvPr id="86" name="[Checkbox]On_state">
                  <a:extLst>
                    <a:ext uri="{FF2B5EF4-FFF2-40B4-BE49-F238E27FC236}">
                      <a16:creationId xmlns:a16="http://schemas.microsoft.com/office/drawing/2014/main" id="{8330DF6F-6CB3-7024-E686-777E7B25D9DB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51381" y="9086312"/>
                  <a:ext cx="508304" cy="262354"/>
                  <a:chOff x="6051381" y="9086312"/>
                  <a:chExt cx="508304" cy="262354"/>
                </a:xfrm>
              </p:grpSpPr>
              <p:sp>
                <p:nvSpPr>
                  <p:cNvPr id="46" name="[Track]">
                    <a:extLst>
                      <a:ext uri="{FF2B5EF4-FFF2-40B4-BE49-F238E27FC236}">
                        <a16:creationId xmlns:a16="http://schemas.microsoft.com/office/drawing/2014/main" id="{07F2CF30-6D96-82A8-86A9-288B77D177F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51381" y="9086312"/>
                    <a:ext cx="508304" cy="26235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2C64F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8" name="[Thumb]">
                    <a:extLst>
                      <a:ext uri="{FF2B5EF4-FFF2-40B4-BE49-F238E27FC236}">
                        <a16:creationId xmlns:a16="http://schemas.microsoft.com/office/drawing/2014/main" id="{109549E9-BE73-6F92-2C76-0BDABCC83C5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318036" y="9116905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65" name="[Icon]Monitor_icon">
                  <a:extLst>
                    <a:ext uri="{FF2B5EF4-FFF2-40B4-BE49-F238E27FC236}">
                      <a16:creationId xmlns:a16="http://schemas.microsoft.com/office/drawing/2014/main" id="{AB17E894-30ED-78A1-5792-60809EEEBA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9116248"/>
                  <a:ext cx="365760" cy="202483"/>
                </a:xfrm>
                <a:prstGeom prst="rect">
                  <a:avLst/>
                </a:prstGeom>
              </p:spPr>
            </p:pic>
          </p:grpSp>
          <p:grpSp>
            <p:nvGrpSpPr>
              <p:cNvPr id="85" name="Custom_vibe_item">
                <a:extLst>
                  <a:ext uri="{FF2B5EF4-FFF2-40B4-BE49-F238E27FC236}">
                    <a16:creationId xmlns:a16="http://schemas.microsoft.com/office/drawing/2014/main" id="{DA90FF9D-DD85-EB5F-F118-054B6FA3D05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10513067"/>
                <a:ext cx="2440169" cy="365760"/>
                <a:chOff x="1677473" y="10513067"/>
                <a:chExt cx="2440169" cy="365760"/>
              </a:xfrm>
            </p:grpSpPr>
            <p:sp>
              <p:nvSpPr>
                <p:cNvPr id="45" name="[Txtbox]Vibe_item_textbox">
                  <a:extLst>
                    <a:ext uri="{FF2B5EF4-FFF2-40B4-BE49-F238E27FC236}">
                      <a16:creationId xmlns:a16="http://schemas.microsoft.com/office/drawing/2014/main" id="{47563BE6-B3C3-2159-4473-6B9C748598B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10526670"/>
                  <a:ext cx="192270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Customize Vibe</a:t>
                  </a:r>
                </a:p>
              </p:txBody>
            </p:sp>
            <p:pic>
              <p:nvPicPr>
                <p:cNvPr id="6" name="[Icon]Vibe_icon">
                  <a:extLst>
                    <a:ext uri="{FF2B5EF4-FFF2-40B4-BE49-F238E27FC236}">
                      <a16:creationId xmlns:a16="http://schemas.microsoft.com/office/drawing/2014/main" id="{2102B7C4-FC14-F969-23E6-800B54442F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10513067"/>
                  <a:ext cx="365760" cy="365760"/>
                </a:xfrm>
                <a:prstGeom prst="rect">
                  <a:avLst/>
                </a:prstGeom>
              </p:spPr>
            </p:pic>
          </p:grpSp>
          <p:grpSp>
            <p:nvGrpSpPr>
              <p:cNvPr id="84" name="Overlay_item">
                <a:extLst>
                  <a:ext uri="{FF2B5EF4-FFF2-40B4-BE49-F238E27FC236}">
                    <a16:creationId xmlns:a16="http://schemas.microsoft.com/office/drawing/2014/main" id="{7E4366DC-6920-B772-1D3B-0C9DD9E874A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77473" y="9787321"/>
                <a:ext cx="4876140" cy="361072"/>
                <a:chOff x="1677473" y="9787321"/>
                <a:chExt cx="4876140" cy="361072"/>
              </a:xfrm>
            </p:grpSpPr>
            <p:sp>
              <p:nvSpPr>
                <p:cNvPr id="44" name="[Txtbox]Overlay_item_content">
                  <a:extLst>
                    <a:ext uri="{FF2B5EF4-FFF2-40B4-BE49-F238E27FC236}">
                      <a16:creationId xmlns:a16="http://schemas.microsoft.com/office/drawing/2014/main" id="{4BE8A124-8D3E-0FDC-D6A3-193CE1C98A1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194936" y="9798580"/>
                  <a:ext cx="239943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Live battery overlay</a:t>
                  </a:r>
                </a:p>
              </p:txBody>
            </p:sp>
            <p:grpSp>
              <p:nvGrpSpPr>
                <p:cNvPr id="81" name="[Checkbox]Off_state">
                  <a:extLst>
                    <a:ext uri="{FF2B5EF4-FFF2-40B4-BE49-F238E27FC236}">
                      <a16:creationId xmlns:a16="http://schemas.microsoft.com/office/drawing/2014/main" id="{A073FAA7-DAC9-0E31-5F16-2E90FEA0FEC6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045308" y="9836680"/>
                  <a:ext cx="508305" cy="262354"/>
                  <a:chOff x="6045308" y="9836680"/>
                  <a:chExt cx="508305" cy="262354"/>
                </a:xfrm>
              </p:grpSpPr>
              <p:sp>
                <p:nvSpPr>
                  <p:cNvPr id="51" name="[Track]">
                    <a:extLst>
                      <a:ext uri="{FF2B5EF4-FFF2-40B4-BE49-F238E27FC236}">
                        <a16:creationId xmlns:a16="http://schemas.microsoft.com/office/drawing/2014/main" id="{E695CD86-91EB-B843-3D9B-111EDD549F7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45308" y="9836680"/>
                    <a:ext cx="508305" cy="262354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25400">
                    <a:solidFill>
                      <a:srgbClr val="2C64FF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2" name="[Thumb]">
                    <a:extLst>
                      <a:ext uri="{FF2B5EF4-FFF2-40B4-BE49-F238E27FC236}">
                        <a16:creationId xmlns:a16="http://schemas.microsoft.com/office/drawing/2014/main" id="{127E507D-042C-A56D-4DDF-0EE47ED141B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092681" y="9867273"/>
                    <a:ext cx="201168" cy="201168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74" name="[Icon]Overlay_icon">
                  <a:extLst>
                    <a:ext uri="{FF2B5EF4-FFF2-40B4-BE49-F238E27FC236}">
                      <a16:creationId xmlns:a16="http://schemas.microsoft.com/office/drawing/2014/main" id="{E0F0D6EF-4C84-2531-C523-8D47A3B7B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7473" y="9787321"/>
                  <a:ext cx="358516" cy="36107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2" name="Controller_and_pin_panel">
              <a:extLst>
                <a:ext uri="{FF2B5EF4-FFF2-40B4-BE49-F238E27FC236}">
                  <a16:creationId xmlns:a16="http://schemas.microsoft.com/office/drawing/2014/main" id="{4D61C4F3-8DCF-2255-B1C5-4111C57F99CF}"/>
                </a:ext>
              </a:extLst>
            </p:cNvPr>
            <p:cNvGrpSpPr>
              <a:grpSpLocks/>
            </p:cNvGrpSpPr>
            <p:nvPr/>
          </p:nvGrpSpPr>
          <p:grpSpPr>
            <a:xfrm>
              <a:off x="1790700" y="2444787"/>
              <a:ext cx="4648200" cy="5603368"/>
              <a:chOff x="1790700" y="2444787"/>
              <a:chExt cx="4648200" cy="5603368"/>
            </a:xfrm>
          </p:grpSpPr>
          <p:grpSp>
            <p:nvGrpSpPr>
              <p:cNvPr id="91" name="Controller_panel">
                <a:extLst>
                  <a:ext uri="{FF2B5EF4-FFF2-40B4-BE49-F238E27FC236}">
                    <a16:creationId xmlns:a16="http://schemas.microsoft.com/office/drawing/2014/main" id="{E700C2FE-2154-98DB-E1D8-5355E4E2C19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790700" y="4238155"/>
                <a:ext cx="4648200" cy="3810000"/>
                <a:chOff x="1790700" y="4238155"/>
                <a:chExt cx="4648200" cy="3810000"/>
              </a:xfrm>
            </p:grpSpPr>
            <p:sp>
              <p:nvSpPr>
                <p:cNvPr id="16" name="[Panel]Ps4_controller">
                  <a:extLst>
                    <a:ext uri="{FF2B5EF4-FFF2-40B4-BE49-F238E27FC236}">
                      <a16:creationId xmlns:a16="http://schemas.microsoft.com/office/drawing/2014/main" id="{3C2CDAC3-A7BE-74D9-A586-236324BD4C9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790700" y="4238155"/>
                  <a:ext cx="4648200" cy="3810000"/>
                </a:xfrm>
                <a:prstGeom prst="roundRect">
                  <a:avLst>
                    <a:gd name="adj" fmla="val 7012"/>
                  </a:avLst>
                </a:prstGeom>
                <a:solidFill>
                  <a:srgbClr val="303030"/>
                </a:solidFill>
                <a:ln w="38100">
                  <a:solidFill>
                    <a:schemeClr val="tx1">
                      <a:lumMod val="95000"/>
                    </a:schemeClr>
                  </a:solidFill>
                </a:ln>
                <a:effectLst>
                  <a:outerShdw blurRad="292100" sx="106000" sy="106000" algn="ctr" rotWithShape="0">
                    <a:prstClr val="black">
                      <a:alpha val="6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11" name="[Icon]Ps4_controller">
                  <a:extLst>
                    <a:ext uri="{FF2B5EF4-FFF2-40B4-BE49-F238E27FC236}">
                      <a16:creationId xmlns:a16="http://schemas.microsoft.com/office/drawing/2014/main" id="{580F3E39-9AEC-2E9E-4E15-6ACFDADFB05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19400" y="5425944"/>
                  <a:ext cx="2590800" cy="1755272"/>
                </a:xfrm>
                <a:prstGeom prst="rect">
                  <a:avLst/>
                </a:prstGeom>
              </p:spPr>
            </p:pic>
            <p:sp>
              <p:nvSpPr>
                <p:cNvPr id="41" name="[Txtbox]Controller_connection_status">
                  <a:extLst>
                    <a:ext uri="{FF2B5EF4-FFF2-40B4-BE49-F238E27FC236}">
                      <a16:creationId xmlns:a16="http://schemas.microsoft.com/office/drawing/2014/main" id="{D27EA698-1684-F6DA-394F-8F3C7B0241F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2098479" y="7383066"/>
                  <a:ext cx="4032642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PlayStation 4 controller connected</a:t>
                  </a:r>
                </a:p>
              </p:txBody>
            </p:sp>
          </p:grpSp>
          <p:grpSp>
            <p:nvGrpSpPr>
              <p:cNvPr id="89" name="Controller_battery_status">
                <a:extLst>
                  <a:ext uri="{FF2B5EF4-FFF2-40B4-BE49-F238E27FC236}">
                    <a16:creationId xmlns:a16="http://schemas.microsoft.com/office/drawing/2014/main" id="{F8055728-8814-F2D0-EE38-274D05F48F6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3048000" y="2444787"/>
                <a:ext cx="2133600" cy="2860168"/>
                <a:chOff x="3048000" y="2444787"/>
                <a:chExt cx="2133600" cy="2860168"/>
              </a:xfrm>
            </p:grpSpPr>
            <p:sp>
              <p:nvSpPr>
                <p:cNvPr id="21" name="[Panel]Pin_status">
                  <a:extLst>
                    <a:ext uri="{FF2B5EF4-FFF2-40B4-BE49-F238E27FC236}">
                      <a16:creationId xmlns:a16="http://schemas.microsoft.com/office/drawing/2014/main" id="{0623797E-4D41-6BBB-F289-E30CED7AE2D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048000" y="3171355"/>
                  <a:ext cx="2133600" cy="2133600"/>
                </a:xfrm>
                <a:custGeom>
                  <a:avLst/>
                  <a:gdLst>
                    <a:gd name="connsiteX0" fmla="*/ 762000 w 1524000"/>
                    <a:gd name="connsiteY0" fmla="*/ 0 h 1524000"/>
                    <a:gd name="connsiteX1" fmla="*/ 1524000 w 1524000"/>
                    <a:gd name="connsiteY1" fmla="*/ 762000 h 1524000"/>
                    <a:gd name="connsiteX2" fmla="*/ 762000 w 1524000"/>
                    <a:gd name="connsiteY2" fmla="*/ 1524000 h 1524000"/>
                    <a:gd name="connsiteX3" fmla="*/ 0 w 1524000"/>
                    <a:gd name="connsiteY3" fmla="*/ 762000 h 1524000"/>
                    <a:gd name="connsiteX4" fmla="*/ 762000 w 1524000"/>
                    <a:gd name="connsiteY4" fmla="*/ 0 h 1524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4000" h="1524000">
                      <a:moveTo>
                        <a:pt x="762000" y="0"/>
                      </a:moveTo>
                      <a:cubicBezTo>
                        <a:pt x="1182841" y="0"/>
                        <a:pt x="1524000" y="341159"/>
                        <a:pt x="1524000" y="762000"/>
                      </a:cubicBezTo>
                      <a:cubicBezTo>
                        <a:pt x="1524000" y="1182841"/>
                        <a:pt x="1182841" y="1524000"/>
                        <a:pt x="762000" y="1524000"/>
                      </a:cubicBezTo>
                      <a:cubicBezTo>
                        <a:pt x="341159" y="1524000"/>
                        <a:pt x="0" y="1182841"/>
                        <a:pt x="0" y="762000"/>
                      </a:cubicBezTo>
                      <a:cubicBezTo>
                        <a:pt x="0" y="341159"/>
                        <a:pt x="341159" y="0"/>
                        <a:pt x="762000" y="0"/>
                      </a:cubicBezTo>
                      <a:close/>
                    </a:path>
                  </a:pathLst>
                </a:custGeom>
                <a:solidFill>
                  <a:srgbClr val="3F3F3F"/>
                </a:solidFill>
                <a:ln>
                  <a:solidFill>
                    <a:schemeClr val="tx1">
                      <a:lumMod val="95000"/>
                    </a:schemeClr>
                  </a:solidFill>
                </a:ln>
                <a:effectLst>
                  <a:outerShdw blurRad="254000" sx="108000" sy="108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[Txtbox]Pin_value">
                  <a:extLst>
                    <a:ext uri="{FF2B5EF4-FFF2-40B4-BE49-F238E27FC236}">
                      <a16:creationId xmlns:a16="http://schemas.microsoft.com/office/drawing/2014/main" id="{8998D06B-8FB0-DC22-B70E-6054408A845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67214" y="3945767"/>
                  <a:ext cx="109517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b="1">
                      <a:latin typeface="Samsung Sharp Sans" panose="02000503000000020004" pitchFamily="50" charset="0"/>
                      <a:ea typeface="Samsung Sharp Sans" panose="02000503000000020004" pitchFamily="50" charset="0"/>
                      <a:cs typeface="Samsung Sharp Sans" panose="02000503000000020004" pitchFamily="50" charset="0"/>
                    </a:rPr>
                    <a:t>78 %</a:t>
                  </a:r>
                </a:p>
              </p:txBody>
            </p:sp>
            <p:sp>
              <p:nvSpPr>
                <p:cNvPr id="31" name="[CircleProgress]Background_pin_bar">
                  <a:extLst>
                    <a:ext uri="{FF2B5EF4-FFF2-40B4-BE49-F238E27FC236}">
                      <a16:creationId xmlns:a16="http://schemas.microsoft.com/office/drawing/2014/main" id="{4314B487-5A9D-3686-97C3-BB82D7DF01F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6184584"/>
                  </a:avLst>
                </a:prstGeom>
                <a:noFill/>
                <a:ln w="130175">
                  <a:solidFill>
                    <a:schemeClr val="tx1">
                      <a:lumMod val="9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[CircleProgress]Current_pin_value">
                  <a:extLst>
                    <a:ext uri="{FF2B5EF4-FFF2-40B4-BE49-F238E27FC236}">
                      <a16:creationId xmlns:a16="http://schemas.microsoft.com/office/drawing/2014/main" id="{7FB9B453-5390-0964-40A0-D8A9A8B8529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2338501"/>
                  </a:avLst>
                </a:prstGeom>
                <a:noFill/>
                <a:ln w="130175">
                  <a:gradFill flip="none" rotWithShape="1">
                    <a:gsLst>
                      <a:gs pos="73000">
                        <a:srgbClr val="F9D3A3"/>
                      </a:gs>
                      <a:gs pos="50000">
                        <a:srgbClr val="9FF2F0"/>
                      </a:gs>
                      <a:gs pos="17000">
                        <a:srgbClr val="A0B9FF"/>
                      </a:gs>
                    </a:gsLst>
                    <a:lin ang="10800000" scaled="0"/>
                    <a:tileRect/>
                  </a:gra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[Effect]Pin_progress_glow">
                  <a:extLst>
                    <a:ext uri="{FF2B5EF4-FFF2-40B4-BE49-F238E27FC236}">
                      <a16:creationId xmlns:a16="http://schemas.microsoft.com/office/drawing/2014/main" id="{79D01A5C-05E7-5048-9F9B-A70BA529B49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00400" y="3323755"/>
                  <a:ext cx="1828800" cy="1828800"/>
                </a:xfrm>
                <a:prstGeom prst="arc">
                  <a:avLst>
                    <a:gd name="adj1" fmla="val 16200000"/>
                    <a:gd name="adj2" fmla="val 13097544"/>
                  </a:avLst>
                </a:prstGeom>
                <a:noFill/>
                <a:ln w="415925">
                  <a:gradFill flip="none" rotWithShape="1">
                    <a:gsLst>
                      <a:gs pos="66000">
                        <a:srgbClr val="F39327"/>
                      </a:gs>
                      <a:gs pos="50000">
                        <a:srgbClr val="2FE6DE"/>
                      </a:gs>
                      <a:gs pos="100000">
                        <a:srgbClr val="C18A37"/>
                      </a:gs>
                      <a:gs pos="17000">
                        <a:srgbClr val="2C64FF"/>
                      </a:gs>
                    </a:gsLst>
                    <a:lin ang="10800000" scaled="0"/>
                    <a:tileRect/>
                  </a:gradFill>
                </a:ln>
                <a:effectLst>
                  <a:softEdge rad="139700"/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40" name="[Icon]Charging">
                  <a:extLst>
                    <a:ext uri="{FF2B5EF4-FFF2-40B4-BE49-F238E27FC236}">
                      <a16:creationId xmlns:a16="http://schemas.microsoft.com/office/drawing/2014/main" id="{CC38CC01-425A-39B4-032E-53D657178B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672401" y="2444787"/>
                  <a:ext cx="884798" cy="1453136"/>
                </a:xfrm>
                <a:prstGeom prst="rect">
                  <a:avLst/>
                </a:prstGeom>
                <a:effectLst>
                  <a:glow rad="139700">
                    <a:schemeClr val="accent6">
                      <a:satMod val="175000"/>
                      <a:alpha val="40000"/>
                    </a:schemeClr>
                  </a:glow>
                </a:effectLst>
              </p:spPr>
            </p:pic>
          </p:grpSp>
        </p:grpSp>
        <p:pic>
          <p:nvPicPr>
            <p:cNvPr id="62" name="[Icon]More_option_icon">
              <a:extLst>
                <a:ext uri="{FF2B5EF4-FFF2-40B4-BE49-F238E27FC236}">
                  <a16:creationId xmlns:a16="http://schemas.microsoft.com/office/drawing/2014/main" id="{BF86AB1A-20E6-1268-6E5D-F93EEB36FC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78202" y="1658887"/>
              <a:ext cx="97227" cy="365760"/>
            </a:xfrm>
            <a:prstGeom prst="rect">
              <a:avLst/>
            </a:prstGeom>
          </p:spPr>
        </p:pic>
        <p:sp>
          <p:nvSpPr>
            <p:cNvPr id="57" name="App_title">
              <a:extLst>
                <a:ext uri="{FF2B5EF4-FFF2-40B4-BE49-F238E27FC236}">
                  <a16:creationId xmlns:a16="http://schemas.microsoft.com/office/drawing/2014/main" id="{C168A6EF-CB03-FB72-F47C-03EA3C980B8E}"/>
                </a:ext>
              </a:extLst>
            </p:cNvPr>
            <p:cNvSpPr txBox="1">
              <a:spLocks/>
            </p:cNvSpPr>
            <p:nvPr/>
          </p:nvSpPr>
          <p:spPr>
            <a:xfrm>
              <a:off x="1466019" y="1621824"/>
              <a:ext cx="180209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GLIMPSE</a:t>
              </a:r>
            </a:p>
          </p:txBody>
        </p:sp>
        <p:cxnSp>
          <p:nvCxnSpPr>
            <p:cNvPr id="47" name="List_separator">
              <a:extLst>
                <a:ext uri="{FF2B5EF4-FFF2-40B4-BE49-F238E27FC236}">
                  <a16:creationId xmlns:a16="http://schemas.microsoft.com/office/drawing/2014/main" id="{073A9ADA-463B-E150-D37D-F880CA84A5AE}"/>
                </a:ext>
              </a:extLst>
            </p:cNvPr>
            <p:cNvCxnSpPr>
              <a:cxnSpLocks/>
            </p:cNvCxnSpPr>
            <p:nvPr/>
          </p:nvCxnSpPr>
          <p:spPr>
            <a:xfrm>
              <a:off x="1563369" y="9593513"/>
              <a:ext cx="5089087" cy="0"/>
            </a:xfrm>
            <a:prstGeom prst="line">
              <a:avLst/>
            </a:prstGeom>
            <a:ln w="12700">
              <a:solidFill>
                <a:srgbClr val="0F0F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List_separator">
              <a:extLst>
                <a:ext uri="{FF2B5EF4-FFF2-40B4-BE49-F238E27FC236}">
                  <a16:creationId xmlns:a16="http://schemas.microsoft.com/office/drawing/2014/main" id="{5DFB54D4-74A6-6BC3-C63B-4919907C367D}"/>
                </a:ext>
              </a:extLst>
            </p:cNvPr>
            <p:cNvCxnSpPr>
              <a:cxnSpLocks/>
            </p:cNvCxnSpPr>
            <p:nvPr/>
          </p:nvCxnSpPr>
          <p:spPr>
            <a:xfrm>
              <a:off x="1563369" y="10342202"/>
              <a:ext cx="5089087" cy="0"/>
            </a:xfrm>
            <a:prstGeom prst="line">
              <a:avLst/>
            </a:prstGeom>
            <a:ln w="12700">
              <a:solidFill>
                <a:srgbClr val="0F0F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SYSTEM_AREA">
              <a:extLst>
                <a:ext uri="{FF2B5EF4-FFF2-40B4-BE49-F238E27FC236}">
                  <a16:creationId xmlns:a16="http://schemas.microsoft.com/office/drawing/2014/main" id="{FE31438B-03A4-F756-1E51-D46CB6668C1D}"/>
                </a:ext>
              </a:extLst>
            </p:cNvPr>
            <p:cNvGrpSpPr>
              <a:grpSpLocks/>
            </p:cNvGrpSpPr>
            <p:nvPr/>
          </p:nvGrpSpPr>
          <p:grpSpPr>
            <a:xfrm>
              <a:off x="1376362" y="914400"/>
              <a:ext cx="5486400" cy="402336"/>
              <a:chOff x="1376362" y="914400"/>
              <a:chExt cx="5486400" cy="402336"/>
            </a:xfrm>
          </p:grpSpPr>
          <p:sp>
            <p:nvSpPr>
              <p:cNvPr id="56" name="SYSTEM_STATUS_BAR_AREA">
                <a:extLst>
                  <a:ext uri="{FF2B5EF4-FFF2-40B4-BE49-F238E27FC236}">
                    <a16:creationId xmlns:a16="http://schemas.microsoft.com/office/drawing/2014/main" id="{6E37A906-7E3B-2F14-058C-F0C3C1B806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76362" y="914400"/>
                <a:ext cx="5486400" cy="402336"/>
              </a:xfrm>
              <a:prstGeom prst="rect">
                <a:avLst/>
              </a:prstGeom>
              <a:solidFill>
                <a:schemeClr val="bg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SYSTEM_PIN">
                <a:extLst>
                  <a:ext uri="{FF2B5EF4-FFF2-40B4-BE49-F238E27FC236}">
                    <a16:creationId xmlns:a16="http://schemas.microsoft.com/office/drawing/2014/main" id="{38EC6E7F-2F8A-A46D-80FA-77B4C4298E2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59412" y="1001268"/>
                <a:ext cx="607148" cy="228600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100</a:t>
                </a:r>
              </a:p>
            </p:txBody>
          </p:sp>
          <p:sp>
            <p:nvSpPr>
              <p:cNvPr id="60" name="SYSTEM_CLOCK">
                <a:extLst>
                  <a:ext uri="{FF2B5EF4-FFF2-40B4-BE49-F238E27FC236}">
                    <a16:creationId xmlns:a16="http://schemas.microsoft.com/office/drawing/2014/main" id="{4FD006C6-1CBE-6A10-B7F3-C770B225D4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72565" y="935919"/>
                <a:ext cx="7988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b="1">
                    <a:latin typeface="Samsung Sharp Sans" panose="02000503000000020004" pitchFamily="50" charset="0"/>
                    <a:ea typeface="Samsung Sharp Sans" panose="02000503000000020004" pitchFamily="50" charset="0"/>
                    <a:cs typeface="Samsung Sharp Sans" panose="02000503000000020004" pitchFamily="50" charset="0"/>
                  </a:rPr>
                  <a:t>22:11</a:t>
                </a:r>
                <a:endParaRPr lang="en-US"/>
              </a:p>
            </p:txBody>
          </p:sp>
        </p:grpSp>
      </p:grpSp>
      <p:grpSp>
        <p:nvGrpSpPr>
          <p:cNvPr id="125" name="S26_mockup">
            <a:extLst>
              <a:ext uri="{FF2B5EF4-FFF2-40B4-BE49-F238E27FC236}">
                <a16:creationId xmlns:a16="http://schemas.microsoft.com/office/drawing/2014/main" id="{152AB87A-9400-954F-4E3C-5138A571EE1C}"/>
              </a:ext>
            </a:extLst>
          </p:cNvPr>
          <p:cNvGrpSpPr/>
          <p:nvPr/>
        </p:nvGrpSpPr>
        <p:grpSpPr>
          <a:xfrm>
            <a:off x="8694611" y="3657600"/>
            <a:ext cx="5594514" cy="11887200"/>
            <a:chOff x="8255593" y="706320"/>
            <a:chExt cx="5594514" cy="11887200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B16E46EA-7249-6B07-0A43-968C9CCDC577}"/>
                </a:ext>
              </a:extLst>
            </p:cNvPr>
            <p:cNvSpPr/>
            <p:nvPr/>
          </p:nvSpPr>
          <p:spPr>
            <a:xfrm rot="5400000">
              <a:off x="13092059" y="3719000"/>
              <a:ext cx="1433731" cy="82363"/>
            </a:xfrm>
            <a:prstGeom prst="rect">
              <a:avLst/>
            </a:prstGeom>
            <a:solidFill>
              <a:srgbClr val="5D5D5D"/>
            </a:solidFill>
            <a:ln>
              <a:solidFill>
                <a:srgbClr val="515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99A7C92-0C8E-1A2A-5CA8-6356077070E4}"/>
                </a:ext>
              </a:extLst>
            </p:cNvPr>
            <p:cNvSpPr/>
            <p:nvPr/>
          </p:nvSpPr>
          <p:spPr>
            <a:xfrm rot="5400000">
              <a:off x="13279952" y="5671648"/>
              <a:ext cx="1039655" cy="100654"/>
            </a:xfrm>
            <a:prstGeom prst="rect">
              <a:avLst/>
            </a:prstGeom>
            <a:solidFill>
              <a:srgbClr val="5D5D5D"/>
            </a:solidFill>
            <a:ln>
              <a:solidFill>
                <a:srgbClr val="51515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96D2DA2A-D804-7991-BF13-C1CB0ED0B41B}"/>
                </a:ext>
              </a:extLst>
            </p:cNvPr>
            <p:cNvGrpSpPr/>
            <p:nvPr/>
          </p:nvGrpSpPr>
          <p:grpSpPr>
            <a:xfrm>
              <a:off x="8255593" y="706320"/>
              <a:ext cx="5486400" cy="11887200"/>
              <a:chOff x="7463310" y="864951"/>
              <a:chExt cx="3196742" cy="6727033"/>
            </a:xfrm>
            <a:noFill/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928C8038-C5F4-C79A-9F85-B5AA1148B2F4}"/>
                  </a:ext>
                </a:extLst>
              </p:cNvPr>
              <p:cNvGrpSpPr/>
              <p:nvPr/>
            </p:nvGrpSpPr>
            <p:grpSpPr>
              <a:xfrm>
                <a:off x="7463310" y="864951"/>
                <a:ext cx="3196742" cy="6727033"/>
                <a:chOff x="8473760" y="704849"/>
                <a:chExt cx="3196742" cy="6727033"/>
              </a:xfrm>
              <a:grpFill/>
            </p:grpSpPr>
            <p:sp>
              <p:nvSpPr>
                <p:cNvPr id="120" name="Rectangle: Rounded Corners 119">
                  <a:extLst>
                    <a:ext uri="{FF2B5EF4-FFF2-40B4-BE49-F238E27FC236}">
                      <a16:creationId xmlns:a16="http://schemas.microsoft.com/office/drawing/2014/main" id="{CB158AED-1E34-770B-2B3E-ED3F956A1E2D}"/>
                    </a:ext>
                  </a:extLst>
                </p:cNvPr>
                <p:cNvSpPr/>
                <p:nvPr/>
              </p:nvSpPr>
              <p:spPr>
                <a:xfrm>
                  <a:off x="8473760" y="704849"/>
                  <a:ext cx="3196742" cy="6727033"/>
                </a:xfrm>
                <a:prstGeom prst="roundRect">
                  <a:avLst>
                    <a:gd name="adj" fmla="val 6355"/>
                  </a:avLst>
                </a:prstGeom>
                <a:grpFill/>
                <a:ln w="92075">
                  <a:solidFill>
                    <a:srgbClr val="888888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: Rounded Corners 120">
                  <a:extLst>
                    <a:ext uri="{FF2B5EF4-FFF2-40B4-BE49-F238E27FC236}">
                      <a16:creationId xmlns:a16="http://schemas.microsoft.com/office/drawing/2014/main" id="{A1C1C4F3-2DF5-47CC-4AEA-DAC18C27B64E}"/>
                    </a:ext>
                  </a:extLst>
                </p:cNvPr>
                <p:cNvSpPr/>
                <p:nvPr/>
              </p:nvSpPr>
              <p:spPr>
                <a:xfrm>
                  <a:off x="8490519" y="740199"/>
                  <a:ext cx="3163225" cy="6663108"/>
                </a:xfrm>
                <a:prstGeom prst="roundRect">
                  <a:avLst>
                    <a:gd name="adj" fmla="val 5400"/>
                  </a:avLst>
                </a:prstGeom>
                <a:grpFill/>
                <a:ln w="79375">
                  <a:solidFill>
                    <a:srgbClr val="5D5D5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: Rounded Corners 121">
                  <a:extLst>
                    <a:ext uri="{FF2B5EF4-FFF2-40B4-BE49-F238E27FC236}">
                      <a16:creationId xmlns:a16="http://schemas.microsoft.com/office/drawing/2014/main" id="{F747211C-67C1-BB60-260F-33CBF497FBE7}"/>
                    </a:ext>
                  </a:extLst>
                </p:cNvPr>
                <p:cNvSpPr/>
                <p:nvPr/>
              </p:nvSpPr>
              <p:spPr>
                <a:xfrm>
                  <a:off x="8509352" y="768349"/>
                  <a:ext cx="3125558" cy="6605117"/>
                </a:xfrm>
                <a:prstGeom prst="roundRect">
                  <a:avLst>
                    <a:gd name="adj" fmla="val 4563"/>
                  </a:avLst>
                </a:prstGeom>
                <a:blipFill>
                  <a:blip>
                    <a:extLst>
                      <a:ext uri="{96DAC541-7B7A-43D3-8B79-37D633B846F1}">
                        <asvg:svgBlip xmlns:asvg="http://schemas.microsoft.com/office/drawing/2016/SVG/main" r:embed="rId10"/>
                      </a:ext>
                    </a:extLst>
                  </a:blip>
                  <a:stretch>
                    <a:fillRect/>
                  </a:stretch>
                </a:blipFill>
                <a:ln w="57150">
                  <a:solidFill>
                    <a:srgbClr val="03030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4D81B0F7-ED83-1EA0-68AF-833C123A32B6}"/>
                  </a:ext>
                </a:extLst>
              </p:cNvPr>
              <p:cNvSpPr/>
              <p:nvPr/>
            </p:nvSpPr>
            <p:spPr>
              <a:xfrm>
                <a:off x="9059253" y="1057275"/>
                <a:ext cx="90252" cy="90252"/>
              </a:xfrm>
              <a:prstGeom prst="ellipse">
                <a:avLst/>
              </a:prstGeom>
              <a:grpFill/>
              <a:ln w="1047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126" name="Object 125">
            <a:extLst>
              <a:ext uri="{FF2B5EF4-FFF2-40B4-BE49-F238E27FC236}">
                <a16:creationId xmlns:a16="http://schemas.microsoft.com/office/drawing/2014/main" id="{C2E13051-D191-BC39-D85E-A63CC543B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457845"/>
              </p:ext>
            </p:extLst>
          </p:nvPr>
        </p:nvGraphicFramePr>
        <p:xfrm>
          <a:off x="24231600" y="3227306"/>
          <a:ext cx="3741383" cy="13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1" imgW="1409877" imgH="514350" progId="Package">
                  <p:embed/>
                </p:oleObj>
              </mc:Choice>
              <mc:Fallback>
                <p:oleObj name="Packager Shell Object" showAsIcon="1" r:id="rId11" imgW="140987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231600" y="3227306"/>
                        <a:ext cx="3741383" cy="13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Object 128">
            <a:extLst>
              <a:ext uri="{FF2B5EF4-FFF2-40B4-BE49-F238E27FC236}">
                <a16:creationId xmlns:a16="http://schemas.microsoft.com/office/drawing/2014/main" id="{FECEAC25-778F-20C2-9A62-725B5A460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585006"/>
              </p:ext>
            </p:extLst>
          </p:nvPr>
        </p:nvGraphicFramePr>
        <p:xfrm>
          <a:off x="23926800" y="5665127"/>
          <a:ext cx="4676737" cy="1365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3" imgW="1762347" imgH="514350" progId="Package">
                  <p:embed/>
                </p:oleObj>
              </mc:Choice>
              <mc:Fallback>
                <p:oleObj name="Packager Shell Object" showAsIcon="1" r:id="rId13" imgW="1762347" imgH="51435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926800" y="5665127"/>
                        <a:ext cx="4676737" cy="1365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" name="Object 129">
            <a:extLst>
              <a:ext uri="{FF2B5EF4-FFF2-40B4-BE49-F238E27FC236}">
                <a16:creationId xmlns:a16="http://schemas.microsoft.com/office/drawing/2014/main" id="{BB176E39-4033-438C-3E8C-DA834F6A61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817803"/>
              </p:ext>
            </p:extLst>
          </p:nvPr>
        </p:nvGraphicFramePr>
        <p:xfrm>
          <a:off x="23926800" y="8034613"/>
          <a:ext cx="5334000" cy="13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15" imgW="2009553" imgH="514350" progId="Package">
                  <p:embed/>
                </p:oleObj>
              </mc:Choice>
              <mc:Fallback>
                <p:oleObj name="Packager Shell Object" showAsIcon="1" r:id="rId15" imgW="2009553" imgH="514350" progId="Package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3926800" y="8034613"/>
                        <a:ext cx="5334000" cy="13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TextBox 134">
            <a:extLst>
              <a:ext uri="{FF2B5EF4-FFF2-40B4-BE49-F238E27FC236}">
                <a16:creationId xmlns:a16="http://schemas.microsoft.com/office/drawing/2014/main" id="{29CD7E89-E3CA-A1AE-37F9-1763B3C82BCB}"/>
              </a:ext>
            </a:extLst>
          </p:cNvPr>
          <p:cNvSpPr txBox="1"/>
          <p:nvPr/>
        </p:nvSpPr>
        <p:spPr>
          <a:xfrm>
            <a:off x="381000" y="-13700"/>
            <a:ext cx="688207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b="1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760889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526</TotalTime>
  <Words>43</Words>
  <Application>Microsoft Office PowerPoint</Application>
  <PresentationFormat>Custom</PresentationFormat>
  <Paragraphs>18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Arial</vt:lpstr>
      <vt:lpstr>Aptos</vt:lpstr>
      <vt:lpstr>Samsung Sharp Sans</vt:lpstr>
      <vt:lpstr>Calibri Light</vt:lpstr>
      <vt:lpstr>Office 2013 - 2022 Theme</vt:lpstr>
      <vt:lpstr>Package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Huy</dc:creator>
  <cp:lastModifiedBy>Tran Huy</cp:lastModifiedBy>
  <cp:revision>16</cp:revision>
  <dcterms:created xsi:type="dcterms:W3CDTF">2026-04-04T09:27:42Z</dcterms:created>
  <dcterms:modified xsi:type="dcterms:W3CDTF">2026-04-06T15:51:09Z</dcterms:modified>
</cp:coreProperties>
</file>